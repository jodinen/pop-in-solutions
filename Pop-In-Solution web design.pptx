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0" r:id="rId5"/>
    <p:sldId id="261" r:id="rId6"/>
    <p:sldId id="262" r:id="rId7"/>
    <p:sldId id="263" r:id="rId8"/>
    <p:sldId id="264" r:id="rId9"/>
    <p:sldId id="265" r:id="rId10"/>
    <p:sldId id="266" r:id="rId11"/>
    <p:sldId id="267" r:id="rId12"/>
    <p:sldId id="268"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5" d="100"/>
          <a:sy n="65" d="100"/>
        </p:scale>
        <p:origin x="93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C81C71A-2573-4720-AB69-AB089D98CE51}" type="doc">
      <dgm:prSet loTypeId="urn:microsoft.com/office/officeart/2016/7/layout/BasicLinearProcessNumbered" loCatId="process" qsTypeId="urn:microsoft.com/office/officeart/2005/8/quickstyle/simple1" qsCatId="simple" csTypeId="urn:microsoft.com/office/officeart/2005/8/colors/accent0_3" csCatId="mainScheme"/>
      <dgm:spPr/>
      <dgm:t>
        <a:bodyPr/>
        <a:lstStyle/>
        <a:p>
          <a:endParaRPr lang="en-US"/>
        </a:p>
      </dgm:t>
    </dgm:pt>
    <dgm:pt modelId="{4D74D18F-436E-4F12-87FA-B89B03528F95}">
      <dgm:prSet/>
      <dgm:spPr/>
      <dgm:t>
        <a:bodyPr/>
        <a:lstStyle/>
        <a:p>
          <a:r>
            <a:rPr lang="en-US"/>
            <a:t>JavaScript  errors - Corrected script structure</a:t>
          </a:r>
        </a:p>
      </dgm:t>
    </dgm:pt>
    <dgm:pt modelId="{09A844B8-524E-43C9-AFEA-C4FD071B3EB9}" type="parTrans" cxnId="{6A2B01FB-0939-4B4E-AAA9-8FA7F5F0C0E0}">
      <dgm:prSet/>
      <dgm:spPr/>
      <dgm:t>
        <a:bodyPr/>
        <a:lstStyle/>
        <a:p>
          <a:endParaRPr lang="en-US"/>
        </a:p>
      </dgm:t>
    </dgm:pt>
    <dgm:pt modelId="{98BCC05A-0DDD-43DD-A713-A05991CBCCF4}" type="sibTrans" cxnId="{6A2B01FB-0939-4B4E-AAA9-8FA7F5F0C0E0}">
      <dgm:prSet phldrT="1" phldr="0"/>
      <dgm:spPr/>
      <dgm:t>
        <a:bodyPr/>
        <a:lstStyle/>
        <a:p>
          <a:r>
            <a:rPr lang="en-US"/>
            <a:t>1</a:t>
          </a:r>
        </a:p>
      </dgm:t>
    </dgm:pt>
    <dgm:pt modelId="{AD9E5700-9894-44A6-AB18-A4FB40CBDF8C}">
      <dgm:prSet/>
      <dgm:spPr/>
      <dgm:t>
        <a:bodyPr/>
        <a:lstStyle/>
        <a:p>
          <a:r>
            <a:rPr lang="en-US"/>
            <a:t>Mobile responsiveness - Used CSS media queries</a:t>
          </a:r>
        </a:p>
      </dgm:t>
    </dgm:pt>
    <dgm:pt modelId="{318BB62F-05AF-4F08-B0BD-C4984DAAE5B2}" type="parTrans" cxnId="{015CFB81-B689-4F55-99A3-CEF5692890C7}">
      <dgm:prSet/>
      <dgm:spPr/>
      <dgm:t>
        <a:bodyPr/>
        <a:lstStyle/>
        <a:p>
          <a:endParaRPr lang="en-US"/>
        </a:p>
      </dgm:t>
    </dgm:pt>
    <dgm:pt modelId="{3B833A0F-9D9E-4F7C-BDF2-483F31E4EB85}" type="sibTrans" cxnId="{015CFB81-B689-4F55-99A3-CEF5692890C7}">
      <dgm:prSet phldrT="2" phldr="0"/>
      <dgm:spPr/>
      <dgm:t>
        <a:bodyPr/>
        <a:lstStyle/>
        <a:p>
          <a:r>
            <a:rPr lang="en-US"/>
            <a:t>2</a:t>
          </a:r>
        </a:p>
      </dgm:t>
    </dgm:pt>
    <dgm:pt modelId="{7EFCF7CC-7B2F-4E43-9878-997AE484C72C}">
      <dgm:prSet/>
      <dgm:spPr/>
      <dgm:t>
        <a:bodyPr/>
        <a:lstStyle/>
        <a:p>
          <a:r>
            <a:rPr lang="en-US"/>
            <a:t>Logo visibility - Added contrast styling</a:t>
          </a:r>
        </a:p>
      </dgm:t>
    </dgm:pt>
    <dgm:pt modelId="{96DF9711-3F0D-46C4-B3AD-D1312736CD93}" type="parTrans" cxnId="{6D4FACAE-B8B3-41AF-9410-A53443DD450B}">
      <dgm:prSet/>
      <dgm:spPr/>
      <dgm:t>
        <a:bodyPr/>
        <a:lstStyle/>
        <a:p>
          <a:endParaRPr lang="en-US"/>
        </a:p>
      </dgm:t>
    </dgm:pt>
    <dgm:pt modelId="{4E36AFBA-95A6-4E43-BCF5-B567850A1E4D}" type="sibTrans" cxnId="{6D4FACAE-B8B3-41AF-9410-A53443DD450B}">
      <dgm:prSet phldrT="3" phldr="0"/>
      <dgm:spPr/>
      <dgm:t>
        <a:bodyPr/>
        <a:lstStyle/>
        <a:p>
          <a:r>
            <a:rPr lang="en-US"/>
            <a:t>3</a:t>
          </a:r>
        </a:p>
      </dgm:t>
    </dgm:pt>
    <dgm:pt modelId="{4E170A94-399F-4236-829F-3B3447D9338A}" type="pres">
      <dgm:prSet presAssocID="{4C81C71A-2573-4720-AB69-AB089D98CE51}" presName="Name0" presStyleCnt="0">
        <dgm:presLayoutVars>
          <dgm:animLvl val="lvl"/>
          <dgm:resizeHandles val="exact"/>
        </dgm:presLayoutVars>
      </dgm:prSet>
      <dgm:spPr/>
    </dgm:pt>
    <dgm:pt modelId="{A07EFC59-5F84-4562-B910-24A581985983}" type="pres">
      <dgm:prSet presAssocID="{4D74D18F-436E-4F12-87FA-B89B03528F95}" presName="compositeNode" presStyleCnt="0">
        <dgm:presLayoutVars>
          <dgm:bulletEnabled val="1"/>
        </dgm:presLayoutVars>
      </dgm:prSet>
      <dgm:spPr/>
    </dgm:pt>
    <dgm:pt modelId="{546D455F-3F3D-401F-ADE0-B1D1CC72A28F}" type="pres">
      <dgm:prSet presAssocID="{4D74D18F-436E-4F12-87FA-B89B03528F95}" presName="bgRect" presStyleLbl="bgAccFollowNode1" presStyleIdx="0" presStyleCnt="3"/>
      <dgm:spPr/>
    </dgm:pt>
    <dgm:pt modelId="{CE061EBD-10C9-4F02-96BF-42BB43ACEE9A}" type="pres">
      <dgm:prSet presAssocID="{98BCC05A-0DDD-43DD-A713-A05991CBCCF4}" presName="sibTransNodeCircle" presStyleLbl="alignNode1" presStyleIdx="0" presStyleCnt="6">
        <dgm:presLayoutVars>
          <dgm:chMax val="0"/>
          <dgm:bulletEnabled/>
        </dgm:presLayoutVars>
      </dgm:prSet>
      <dgm:spPr/>
    </dgm:pt>
    <dgm:pt modelId="{D9474106-643C-45D2-8688-A600B086557B}" type="pres">
      <dgm:prSet presAssocID="{4D74D18F-436E-4F12-87FA-B89B03528F95}" presName="bottomLine" presStyleLbl="alignNode1" presStyleIdx="1" presStyleCnt="6">
        <dgm:presLayoutVars/>
      </dgm:prSet>
      <dgm:spPr/>
    </dgm:pt>
    <dgm:pt modelId="{C56567EA-0869-4BC6-98E2-0603931AF26A}" type="pres">
      <dgm:prSet presAssocID="{4D74D18F-436E-4F12-87FA-B89B03528F95}" presName="nodeText" presStyleLbl="bgAccFollowNode1" presStyleIdx="0" presStyleCnt="3">
        <dgm:presLayoutVars>
          <dgm:bulletEnabled val="1"/>
        </dgm:presLayoutVars>
      </dgm:prSet>
      <dgm:spPr/>
    </dgm:pt>
    <dgm:pt modelId="{FFF6D05A-01AA-4096-9E18-490F7DDC5A2F}" type="pres">
      <dgm:prSet presAssocID="{98BCC05A-0DDD-43DD-A713-A05991CBCCF4}" presName="sibTrans" presStyleCnt="0"/>
      <dgm:spPr/>
    </dgm:pt>
    <dgm:pt modelId="{B9E56AAE-9ED7-43C6-BB5E-CD35B5A27474}" type="pres">
      <dgm:prSet presAssocID="{AD9E5700-9894-44A6-AB18-A4FB40CBDF8C}" presName="compositeNode" presStyleCnt="0">
        <dgm:presLayoutVars>
          <dgm:bulletEnabled val="1"/>
        </dgm:presLayoutVars>
      </dgm:prSet>
      <dgm:spPr/>
    </dgm:pt>
    <dgm:pt modelId="{C661917E-429A-4849-8D3D-8CA8D1503F6C}" type="pres">
      <dgm:prSet presAssocID="{AD9E5700-9894-44A6-AB18-A4FB40CBDF8C}" presName="bgRect" presStyleLbl="bgAccFollowNode1" presStyleIdx="1" presStyleCnt="3"/>
      <dgm:spPr/>
    </dgm:pt>
    <dgm:pt modelId="{D0D7281A-25DA-44D6-9245-19D4019FC506}" type="pres">
      <dgm:prSet presAssocID="{3B833A0F-9D9E-4F7C-BDF2-483F31E4EB85}" presName="sibTransNodeCircle" presStyleLbl="alignNode1" presStyleIdx="2" presStyleCnt="6">
        <dgm:presLayoutVars>
          <dgm:chMax val="0"/>
          <dgm:bulletEnabled/>
        </dgm:presLayoutVars>
      </dgm:prSet>
      <dgm:spPr/>
    </dgm:pt>
    <dgm:pt modelId="{2B695453-31CE-427E-B0EC-88565ED9AA97}" type="pres">
      <dgm:prSet presAssocID="{AD9E5700-9894-44A6-AB18-A4FB40CBDF8C}" presName="bottomLine" presStyleLbl="alignNode1" presStyleIdx="3" presStyleCnt="6">
        <dgm:presLayoutVars/>
      </dgm:prSet>
      <dgm:spPr/>
    </dgm:pt>
    <dgm:pt modelId="{DBB44370-1E89-49BC-BEE4-2778DA083EDB}" type="pres">
      <dgm:prSet presAssocID="{AD9E5700-9894-44A6-AB18-A4FB40CBDF8C}" presName="nodeText" presStyleLbl="bgAccFollowNode1" presStyleIdx="1" presStyleCnt="3">
        <dgm:presLayoutVars>
          <dgm:bulletEnabled val="1"/>
        </dgm:presLayoutVars>
      </dgm:prSet>
      <dgm:spPr/>
    </dgm:pt>
    <dgm:pt modelId="{72B149F5-3D4A-4E6C-A3C6-845B2D311907}" type="pres">
      <dgm:prSet presAssocID="{3B833A0F-9D9E-4F7C-BDF2-483F31E4EB85}" presName="sibTrans" presStyleCnt="0"/>
      <dgm:spPr/>
    </dgm:pt>
    <dgm:pt modelId="{161399EF-F9F8-493C-A4D5-1A0B98B1C51D}" type="pres">
      <dgm:prSet presAssocID="{7EFCF7CC-7B2F-4E43-9878-997AE484C72C}" presName="compositeNode" presStyleCnt="0">
        <dgm:presLayoutVars>
          <dgm:bulletEnabled val="1"/>
        </dgm:presLayoutVars>
      </dgm:prSet>
      <dgm:spPr/>
    </dgm:pt>
    <dgm:pt modelId="{92111430-5914-4C5C-94C3-D7D14190850C}" type="pres">
      <dgm:prSet presAssocID="{7EFCF7CC-7B2F-4E43-9878-997AE484C72C}" presName="bgRect" presStyleLbl="bgAccFollowNode1" presStyleIdx="2" presStyleCnt="3"/>
      <dgm:spPr/>
    </dgm:pt>
    <dgm:pt modelId="{067B6A6C-9401-4AAE-B211-F8E152FCF26D}" type="pres">
      <dgm:prSet presAssocID="{4E36AFBA-95A6-4E43-BCF5-B567850A1E4D}" presName="sibTransNodeCircle" presStyleLbl="alignNode1" presStyleIdx="4" presStyleCnt="6">
        <dgm:presLayoutVars>
          <dgm:chMax val="0"/>
          <dgm:bulletEnabled/>
        </dgm:presLayoutVars>
      </dgm:prSet>
      <dgm:spPr/>
    </dgm:pt>
    <dgm:pt modelId="{36096FF8-F3DD-4F91-A54C-B9E5E8E84712}" type="pres">
      <dgm:prSet presAssocID="{7EFCF7CC-7B2F-4E43-9878-997AE484C72C}" presName="bottomLine" presStyleLbl="alignNode1" presStyleIdx="5" presStyleCnt="6">
        <dgm:presLayoutVars/>
      </dgm:prSet>
      <dgm:spPr/>
    </dgm:pt>
    <dgm:pt modelId="{3DE75543-63DC-433C-9A59-7B8C1000C2FB}" type="pres">
      <dgm:prSet presAssocID="{7EFCF7CC-7B2F-4E43-9878-997AE484C72C}" presName="nodeText" presStyleLbl="bgAccFollowNode1" presStyleIdx="2" presStyleCnt="3">
        <dgm:presLayoutVars>
          <dgm:bulletEnabled val="1"/>
        </dgm:presLayoutVars>
      </dgm:prSet>
      <dgm:spPr/>
    </dgm:pt>
  </dgm:ptLst>
  <dgm:cxnLst>
    <dgm:cxn modelId="{8FE03303-206B-4814-9B04-4BB92EC209B0}" type="presOf" srcId="{AD9E5700-9894-44A6-AB18-A4FB40CBDF8C}" destId="{DBB44370-1E89-49BC-BEE4-2778DA083EDB}" srcOrd="1" destOrd="0" presId="urn:microsoft.com/office/officeart/2016/7/layout/BasicLinearProcessNumbered"/>
    <dgm:cxn modelId="{B87DE125-DA6E-4BAC-A9C2-C37EF1D1F655}" type="presOf" srcId="{4E36AFBA-95A6-4E43-BCF5-B567850A1E4D}" destId="{067B6A6C-9401-4AAE-B211-F8E152FCF26D}" srcOrd="0" destOrd="0" presId="urn:microsoft.com/office/officeart/2016/7/layout/BasicLinearProcessNumbered"/>
    <dgm:cxn modelId="{03D5672C-45B0-463F-910B-CBC2D5A2D8B9}" type="presOf" srcId="{4D74D18F-436E-4F12-87FA-B89B03528F95}" destId="{C56567EA-0869-4BC6-98E2-0603931AF26A}" srcOrd="1" destOrd="0" presId="urn:microsoft.com/office/officeart/2016/7/layout/BasicLinearProcessNumbered"/>
    <dgm:cxn modelId="{426FD62E-75E4-47BB-9F18-B5B10A10231C}" type="presOf" srcId="{4D74D18F-436E-4F12-87FA-B89B03528F95}" destId="{546D455F-3F3D-401F-ADE0-B1D1CC72A28F}" srcOrd="0" destOrd="0" presId="urn:microsoft.com/office/officeart/2016/7/layout/BasicLinearProcessNumbered"/>
    <dgm:cxn modelId="{BCAE7630-2D95-49AD-9554-74AFFF97B0B4}" type="presOf" srcId="{98BCC05A-0DDD-43DD-A713-A05991CBCCF4}" destId="{CE061EBD-10C9-4F02-96BF-42BB43ACEE9A}" srcOrd="0" destOrd="0" presId="urn:microsoft.com/office/officeart/2016/7/layout/BasicLinearProcessNumbered"/>
    <dgm:cxn modelId="{2CBF0E65-2F61-4140-AA20-79349DBCAB0A}" type="presOf" srcId="{7EFCF7CC-7B2F-4E43-9878-997AE484C72C}" destId="{92111430-5914-4C5C-94C3-D7D14190850C}" srcOrd="0" destOrd="0" presId="urn:microsoft.com/office/officeart/2016/7/layout/BasicLinearProcessNumbered"/>
    <dgm:cxn modelId="{015CFB81-B689-4F55-99A3-CEF5692890C7}" srcId="{4C81C71A-2573-4720-AB69-AB089D98CE51}" destId="{AD9E5700-9894-44A6-AB18-A4FB40CBDF8C}" srcOrd="1" destOrd="0" parTransId="{318BB62F-05AF-4F08-B0BD-C4984DAAE5B2}" sibTransId="{3B833A0F-9D9E-4F7C-BDF2-483F31E4EB85}"/>
    <dgm:cxn modelId="{7A3BBA8F-CC82-48E2-9F0E-4D00D49A384D}" type="presOf" srcId="{4C81C71A-2573-4720-AB69-AB089D98CE51}" destId="{4E170A94-399F-4236-829F-3B3447D9338A}" srcOrd="0" destOrd="0" presId="urn:microsoft.com/office/officeart/2016/7/layout/BasicLinearProcessNumbered"/>
    <dgm:cxn modelId="{54883697-0534-4BD4-A603-4A25735FADB8}" type="presOf" srcId="{7EFCF7CC-7B2F-4E43-9878-997AE484C72C}" destId="{3DE75543-63DC-433C-9A59-7B8C1000C2FB}" srcOrd="1" destOrd="0" presId="urn:microsoft.com/office/officeart/2016/7/layout/BasicLinearProcessNumbered"/>
    <dgm:cxn modelId="{DA22FC9A-EC59-4B9F-AF48-EE0C8388E6B9}" type="presOf" srcId="{AD9E5700-9894-44A6-AB18-A4FB40CBDF8C}" destId="{C661917E-429A-4849-8D3D-8CA8D1503F6C}" srcOrd="0" destOrd="0" presId="urn:microsoft.com/office/officeart/2016/7/layout/BasicLinearProcessNumbered"/>
    <dgm:cxn modelId="{6D4FACAE-B8B3-41AF-9410-A53443DD450B}" srcId="{4C81C71A-2573-4720-AB69-AB089D98CE51}" destId="{7EFCF7CC-7B2F-4E43-9878-997AE484C72C}" srcOrd="2" destOrd="0" parTransId="{96DF9711-3F0D-46C4-B3AD-D1312736CD93}" sibTransId="{4E36AFBA-95A6-4E43-BCF5-B567850A1E4D}"/>
    <dgm:cxn modelId="{22A1AEB8-2DF4-443D-86FA-7CDAB84D734A}" type="presOf" srcId="{3B833A0F-9D9E-4F7C-BDF2-483F31E4EB85}" destId="{D0D7281A-25DA-44D6-9245-19D4019FC506}" srcOrd="0" destOrd="0" presId="urn:microsoft.com/office/officeart/2016/7/layout/BasicLinearProcessNumbered"/>
    <dgm:cxn modelId="{6A2B01FB-0939-4B4E-AAA9-8FA7F5F0C0E0}" srcId="{4C81C71A-2573-4720-AB69-AB089D98CE51}" destId="{4D74D18F-436E-4F12-87FA-B89B03528F95}" srcOrd="0" destOrd="0" parTransId="{09A844B8-524E-43C9-AFEA-C4FD071B3EB9}" sibTransId="{98BCC05A-0DDD-43DD-A713-A05991CBCCF4}"/>
    <dgm:cxn modelId="{4DF24DE9-26B2-448B-8D6E-78DEA3732E1E}" type="presParOf" srcId="{4E170A94-399F-4236-829F-3B3447D9338A}" destId="{A07EFC59-5F84-4562-B910-24A581985983}" srcOrd="0" destOrd="0" presId="urn:microsoft.com/office/officeart/2016/7/layout/BasicLinearProcessNumbered"/>
    <dgm:cxn modelId="{8AC49EDE-1B3A-4F04-91E7-6AB185A4981B}" type="presParOf" srcId="{A07EFC59-5F84-4562-B910-24A581985983}" destId="{546D455F-3F3D-401F-ADE0-B1D1CC72A28F}" srcOrd="0" destOrd="0" presId="urn:microsoft.com/office/officeart/2016/7/layout/BasicLinearProcessNumbered"/>
    <dgm:cxn modelId="{FE7C55C0-05B9-4EFB-B5CC-5B944097CF49}" type="presParOf" srcId="{A07EFC59-5F84-4562-B910-24A581985983}" destId="{CE061EBD-10C9-4F02-96BF-42BB43ACEE9A}" srcOrd="1" destOrd="0" presId="urn:microsoft.com/office/officeart/2016/7/layout/BasicLinearProcessNumbered"/>
    <dgm:cxn modelId="{643EF19E-16EC-480F-8776-C911BB51B88D}" type="presParOf" srcId="{A07EFC59-5F84-4562-B910-24A581985983}" destId="{D9474106-643C-45D2-8688-A600B086557B}" srcOrd="2" destOrd="0" presId="urn:microsoft.com/office/officeart/2016/7/layout/BasicLinearProcessNumbered"/>
    <dgm:cxn modelId="{69D5D4A7-E392-451F-874D-95165CBA75E3}" type="presParOf" srcId="{A07EFC59-5F84-4562-B910-24A581985983}" destId="{C56567EA-0869-4BC6-98E2-0603931AF26A}" srcOrd="3" destOrd="0" presId="urn:microsoft.com/office/officeart/2016/7/layout/BasicLinearProcessNumbered"/>
    <dgm:cxn modelId="{D02DF259-BDF2-4D8C-8888-B6D35897D0F7}" type="presParOf" srcId="{4E170A94-399F-4236-829F-3B3447D9338A}" destId="{FFF6D05A-01AA-4096-9E18-490F7DDC5A2F}" srcOrd="1" destOrd="0" presId="urn:microsoft.com/office/officeart/2016/7/layout/BasicLinearProcessNumbered"/>
    <dgm:cxn modelId="{9A5B9B6E-2AAF-4310-AFF0-645B8AA92445}" type="presParOf" srcId="{4E170A94-399F-4236-829F-3B3447D9338A}" destId="{B9E56AAE-9ED7-43C6-BB5E-CD35B5A27474}" srcOrd="2" destOrd="0" presId="urn:microsoft.com/office/officeart/2016/7/layout/BasicLinearProcessNumbered"/>
    <dgm:cxn modelId="{E7016042-17D7-4602-83F0-D585E21DB8C2}" type="presParOf" srcId="{B9E56AAE-9ED7-43C6-BB5E-CD35B5A27474}" destId="{C661917E-429A-4849-8D3D-8CA8D1503F6C}" srcOrd="0" destOrd="0" presId="urn:microsoft.com/office/officeart/2016/7/layout/BasicLinearProcessNumbered"/>
    <dgm:cxn modelId="{BA44B388-844E-42AE-BFFB-B158D76C2CD2}" type="presParOf" srcId="{B9E56AAE-9ED7-43C6-BB5E-CD35B5A27474}" destId="{D0D7281A-25DA-44D6-9245-19D4019FC506}" srcOrd="1" destOrd="0" presId="urn:microsoft.com/office/officeart/2016/7/layout/BasicLinearProcessNumbered"/>
    <dgm:cxn modelId="{45EEAA7F-5514-4B29-9EEC-C7CC55C1BC02}" type="presParOf" srcId="{B9E56AAE-9ED7-43C6-BB5E-CD35B5A27474}" destId="{2B695453-31CE-427E-B0EC-88565ED9AA97}" srcOrd="2" destOrd="0" presId="urn:microsoft.com/office/officeart/2016/7/layout/BasicLinearProcessNumbered"/>
    <dgm:cxn modelId="{65D39710-3823-4570-9666-3C9C6EE7BCAC}" type="presParOf" srcId="{B9E56AAE-9ED7-43C6-BB5E-CD35B5A27474}" destId="{DBB44370-1E89-49BC-BEE4-2778DA083EDB}" srcOrd="3" destOrd="0" presId="urn:microsoft.com/office/officeart/2016/7/layout/BasicLinearProcessNumbered"/>
    <dgm:cxn modelId="{429BD26F-4F0A-4188-8B0B-3AC197FEE896}" type="presParOf" srcId="{4E170A94-399F-4236-829F-3B3447D9338A}" destId="{72B149F5-3D4A-4E6C-A3C6-845B2D311907}" srcOrd="3" destOrd="0" presId="urn:microsoft.com/office/officeart/2016/7/layout/BasicLinearProcessNumbered"/>
    <dgm:cxn modelId="{29BEDB48-B129-4F37-9CC4-44F1F244322E}" type="presParOf" srcId="{4E170A94-399F-4236-829F-3B3447D9338A}" destId="{161399EF-F9F8-493C-A4D5-1A0B98B1C51D}" srcOrd="4" destOrd="0" presId="urn:microsoft.com/office/officeart/2016/7/layout/BasicLinearProcessNumbered"/>
    <dgm:cxn modelId="{DEF4318D-0A0A-44BD-BC35-33DF46D4C591}" type="presParOf" srcId="{161399EF-F9F8-493C-A4D5-1A0B98B1C51D}" destId="{92111430-5914-4C5C-94C3-D7D14190850C}" srcOrd="0" destOrd="0" presId="urn:microsoft.com/office/officeart/2016/7/layout/BasicLinearProcessNumbered"/>
    <dgm:cxn modelId="{EDFB3788-E86A-4DAF-A589-3AFF1A9BB65C}" type="presParOf" srcId="{161399EF-F9F8-493C-A4D5-1A0B98B1C51D}" destId="{067B6A6C-9401-4AAE-B211-F8E152FCF26D}" srcOrd="1" destOrd="0" presId="urn:microsoft.com/office/officeart/2016/7/layout/BasicLinearProcessNumbered"/>
    <dgm:cxn modelId="{0F7708C1-5F40-4FF5-96DF-D31CE82A274A}" type="presParOf" srcId="{161399EF-F9F8-493C-A4D5-1A0B98B1C51D}" destId="{36096FF8-F3DD-4F91-A54C-B9E5E8E84712}" srcOrd="2" destOrd="0" presId="urn:microsoft.com/office/officeart/2016/7/layout/BasicLinearProcessNumbered"/>
    <dgm:cxn modelId="{AF009F34-1E97-4598-A3F0-97E52BA60259}" type="presParOf" srcId="{161399EF-F9F8-493C-A4D5-1A0B98B1C51D}" destId="{3DE75543-63DC-433C-9A59-7B8C1000C2FB}" srcOrd="3" destOrd="0" presId="urn:microsoft.com/office/officeart/2016/7/layout/BasicLinear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6D455F-3F3D-401F-ADE0-B1D1CC72A28F}">
      <dsp:nvSpPr>
        <dsp:cNvPr id="0" name=""/>
        <dsp:cNvSpPr/>
      </dsp:nvSpPr>
      <dsp:spPr>
        <a:xfrm>
          <a:off x="0" y="0"/>
          <a:ext cx="3095624" cy="3387436"/>
        </a:xfrm>
        <a:prstGeom prst="rect">
          <a:avLst/>
        </a:prstGeom>
        <a:solidFill>
          <a:schemeClr val="dk2">
            <a:alpha val="90000"/>
            <a:tint val="40000"/>
            <a:hueOff val="0"/>
            <a:satOff val="0"/>
            <a:lumOff val="0"/>
            <a:alphaOff val="0"/>
          </a:schemeClr>
        </a:solidFill>
        <a:ln w="19050" cap="rnd" cmpd="sng" algn="ctr">
          <a:solidFill>
            <a:schemeClr val="dk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1347" tIns="330200" rIns="241347" bIns="330200" numCol="1" spcCol="1270" anchor="t" anchorCtr="0">
          <a:noAutofit/>
        </a:bodyPr>
        <a:lstStyle/>
        <a:p>
          <a:pPr marL="0" lvl="0" indent="0" algn="l" defTabSz="1066800">
            <a:lnSpc>
              <a:spcPct val="90000"/>
            </a:lnSpc>
            <a:spcBef>
              <a:spcPct val="0"/>
            </a:spcBef>
            <a:spcAft>
              <a:spcPct val="35000"/>
            </a:spcAft>
            <a:buNone/>
          </a:pPr>
          <a:r>
            <a:rPr lang="en-US" sz="2400" kern="1200"/>
            <a:t>JavaScript  errors - Corrected script structure</a:t>
          </a:r>
        </a:p>
      </dsp:txBody>
      <dsp:txXfrm>
        <a:off x="0" y="1287225"/>
        <a:ext cx="3095624" cy="2032461"/>
      </dsp:txXfrm>
    </dsp:sp>
    <dsp:sp modelId="{CE061EBD-10C9-4F02-96BF-42BB43ACEE9A}">
      <dsp:nvSpPr>
        <dsp:cNvPr id="0" name=""/>
        <dsp:cNvSpPr/>
      </dsp:nvSpPr>
      <dsp:spPr>
        <a:xfrm>
          <a:off x="1039697" y="338743"/>
          <a:ext cx="1016230" cy="1016230"/>
        </a:xfrm>
        <a:prstGeom prst="ellipse">
          <a:avLst/>
        </a:prstGeom>
        <a:solidFill>
          <a:schemeClr val="dk2">
            <a:hueOff val="0"/>
            <a:satOff val="0"/>
            <a:lumOff val="0"/>
            <a:alphaOff val="0"/>
          </a:schemeClr>
        </a:solidFill>
        <a:ln w="19050" cap="rnd"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9229" tIns="12700" rIns="79229" bIns="12700" numCol="1" spcCol="1270" anchor="ctr" anchorCtr="0">
          <a:noAutofit/>
        </a:bodyPr>
        <a:lstStyle/>
        <a:p>
          <a:pPr marL="0" lvl="0" indent="0" algn="ctr" defTabSz="2133600">
            <a:lnSpc>
              <a:spcPct val="90000"/>
            </a:lnSpc>
            <a:spcBef>
              <a:spcPct val="0"/>
            </a:spcBef>
            <a:spcAft>
              <a:spcPct val="35000"/>
            </a:spcAft>
            <a:buNone/>
          </a:pPr>
          <a:r>
            <a:rPr lang="en-US" sz="4800" kern="1200"/>
            <a:t>1</a:t>
          </a:r>
        </a:p>
      </dsp:txBody>
      <dsp:txXfrm>
        <a:off x="1188520" y="487566"/>
        <a:ext cx="718584" cy="718584"/>
      </dsp:txXfrm>
    </dsp:sp>
    <dsp:sp modelId="{D9474106-643C-45D2-8688-A600B086557B}">
      <dsp:nvSpPr>
        <dsp:cNvPr id="0" name=""/>
        <dsp:cNvSpPr/>
      </dsp:nvSpPr>
      <dsp:spPr>
        <a:xfrm>
          <a:off x="0" y="3387364"/>
          <a:ext cx="3095624" cy="72"/>
        </a:xfrm>
        <a:prstGeom prst="rect">
          <a:avLst/>
        </a:prstGeom>
        <a:solidFill>
          <a:schemeClr val="dk2">
            <a:hueOff val="0"/>
            <a:satOff val="0"/>
            <a:lumOff val="0"/>
            <a:alphaOff val="0"/>
          </a:schemeClr>
        </a:solidFill>
        <a:ln w="19050" cap="rnd"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661917E-429A-4849-8D3D-8CA8D1503F6C}">
      <dsp:nvSpPr>
        <dsp:cNvPr id="0" name=""/>
        <dsp:cNvSpPr/>
      </dsp:nvSpPr>
      <dsp:spPr>
        <a:xfrm>
          <a:off x="3405187" y="0"/>
          <a:ext cx="3095624" cy="3387436"/>
        </a:xfrm>
        <a:prstGeom prst="rect">
          <a:avLst/>
        </a:prstGeom>
        <a:solidFill>
          <a:schemeClr val="dk2">
            <a:alpha val="90000"/>
            <a:tint val="40000"/>
            <a:hueOff val="0"/>
            <a:satOff val="0"/>
            <a:lumOff val="0"/>
            <a:alphaOff val="0"/>
          </a:schemeClr>
        </a:solidFill>
        <a:ln w="19050" cap="rnd" cmpd="sng" algn="ctr">
          <a:solidFill>
            <a:schemeClr val="dk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1347" tIns="330200" rIns="241347" bIns="330200" numCol="1" spcCol="1270" anchor="t" anchorCtr="0">
          <a:noAutofit/>
        </a:bodyPr>
        <a:lstStyle/>
        <a:p>
          <a:pPr marL="0" lvl="0" indent="0" algn="l" defTabSz="1066800">
            <a:lnSpc>
              <a:spcPct val="90000"/>
            </a:lnSpc>
            <a:spcBef>
              <a:spcPct val="0"/>
            </a:spcBef>
            <a:spcAft>
              <a:spcPct val="35000"/>
            </a:spcAft>
            <a:buNone/>
          </a:pPr>
          <a:r>
            <a:rPr lang="en-US" sz="2400" kern="1200"/>
            <a:t>Mobile responsiveness - Used CSS media queries</a:t>
          </a:r>
        </a:p>
      </dsp:txBody>
      <dsp:txXfrm>
        <a:off x="3405187" y="1287225"/>
        <a:ext cx="3095624" cy="2032461"/>
      </dsp:txXfrm>
    </dsp:sp>
    <dsp:sp modelId="{D0D7281A-25DA-44D6-9245-19D4019FC506}">
      <dsp:nvSpPr>
        <dsp:cNvPr id="0" name=""/>
        <dsp:cNvSpPr/>
      </dsp:nvSpPr>
      <dsp:spPr>
        <a:xfrm>
          <a:off x="4444884" y="338743"/>
          <a:ext cx="1016230" cy="1016230"/>
        </a:xfrm>
        <a:prstGeom prst="ellipse">
          <a:avLst/>
        </a:prstGeom>
        <a:solidFill>
          <a:schemeClr val="dk2">
            <a:hueOff val="0"/>
            <a:satOff val="0"/>
            <a:lumOff val="0"/>
            <a:alphaOff val="0"/>
          </a:schemeClr>
        </a:solidFill>
        <a:ln w="19050" cap="rnd"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9229" tIns="12700" rIns="79229" bIns="12700" numCol="1" spcCol="1270" anchor="ctr" anchorCtr="0">
          <a:noAutofit/>
        </a:bodyPr>
        <a:lstStyle/>
        <a:p>
          <a:pPr marL="0" lvl="0" indent="0" algn="ctr" defTabSz="2133600">
            <a:lnSpc>
              <a:spcPct val="90000"/>
            </a:lnSpc>
            <a:spcBef>
              <a:spcPct val="0"/>
            </a:spcBef>
            <a:spcAft>
              <a:spcPct val="35000"/>
            </a:spcAft>
            <a:buNone/>
          </a:pPr>
          <a:r>
            <a:rPr lang="en-US" sz="4800" kern="1200"/>
            <a:t>2</a:t>
          </a:r>
        </a:p>
      </dsp:txBody>
      <dsp:txXfrm>
        <a:off x="4593707" y="487566"/>
        <a:ext cx="718584" cy="718584"/>
      </dsp:txXfrm>
    </dsp:sp>
    <dsp:sp modelId="{2B695453-31CE-427E-B0EC-88565ED9AA97}">
      <dsp:nvSpPr>
        <dsp:cNvPr id="0" name=""/>
        <dsp:cNvSpPr/>
      </dsp:nvSpPr>
      <dsp:spPr>
        <a:xfrm>
          <a:off x="3405187" y="3387364"/>
          <a:ext cx="3095624" cy="72"/>
        </a:xfrm>
        <a:prstGeom prst="rect">
          <a:avLst/>
        </a:prstGeom>
        <a:solidFill>
          <a:schemeClr val="dk2">
            <a:hueOff val="0"/>
            <a:satOff val="0"/>
            <a:lumOff val="0"/>
            <a:alphaOff val="0"/>
          </a:schemeClr>
        </a:solidFill>
        <a:ln w="19050" cap="rnd"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2111430-5914-4C5C-94C3-D7D14190850C}">
      <dsp:nvSpPr>
        <dsp:cNvPr id="0" name=""/>
        <dsp:cNvSpPr/>
      </dsp:nvSpPr>
      <dsp:spPr>
        <a:xfrm>
          <a:off x="6810374" y="0"/>
          <a:ext cx="3095624" cy="3387436"/>
        </a:xfrm>
        <a:prstGeom prst="rect">
          <a:avLst/>
        </a:prstGeom>
        <a:solidFill>
          <a:schemeClr val="dk2">
            <a:alpha val="90000"/>
            <a:tint val="40000"/>
            <a:hueOff val="0"/>
            <a:satOff val="0"/>
            <a:lumOff val="0"/>
            <a:alphaOff val="0"/>
          </a:schemeClr>
        </a:solidFill>
        <a:ln w="19050" cap="rnd" cmpd="sng" algn="ctr">
          <a:solidFill>
            <a:schemeClr val="dk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1347" tIns="330200" rIns="241347" bIns="330200" numCol="1" spcCol="1270" anchor="t" anchorCtr="0">
          <a:noAutofit/>
        </a:bodyPr>
        <a:lstStyle/>
        <a:p>
          <a:pPr marL="0" lvl="0" indent="0" algn="l" defTabSz="1066800">
            <a:lnSpc>
              <a:spcPct val="90000"/>
            </a:lnSpc>
            <a:spcBef>
              <a:spcPct val="0"/>
            </a:spcBef>
            <a:spcAft>
              <a:spcPct val="35000"/>
            </a:spcAft>
            <a:buNone/>
          </a:pPr>
          <a:r>
            <a:rPr lang="en-US" sz="2400" kern="1200"/>
            <a:t>Logo visibility - Added contrast styling</a:t>
          </a:r>
        </a:p>
      </dsp:txBody>
      <dsp:txXfrm>
        <a:off x="6810374" y="1287225"/>
        <a:ext cx="3095624" cy="2032461"/>
      </dsp:txXfrm>
    </dsp:sp>
    <dsp:sp modelId="{067B6A6C-9401-4AAE-B211-F8E152FCF26D}">
      <dsp:nvSpPr>
        <dsp:cNvPr id="0" name=""/>
        <dsp:cNvSpPr/>
      </dsp:nvSpPr>
      <dsp:spPr>
        <a:xfrm>
          <a:off x="7850072" y="338743"/>
          <a:ext cx="1016230" cy="1016230"/>
        </a:xfrm>
        <a:prstGeom prst="ellipse">
          <a:avLst/>
        </a:prstGeom>
        <a:solidFill>
          <a:schemeClr val="dk2">
            <a:hueOff val="0"/>
            <a:satOff val="0"/>
            <a:lumOff val="0"/>
            <a:alphaOff val="0"/>
          </a:schemeClr>
        </a:solidFill>
        <a:ln w="19050" cap="rnd"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9229" tIns="12700" rIns="79229" bIns="12700" numCol="1" spcCol="1270" anchor="ctr" anchorCtr="0">
          <a:noAutofit/>
        </a:bodyPr>
        <a:lstStyle/>
        <a:p>
          <a:pPr marL="0" lvl="0" indent="0" algn="ctr" defTabSz="2133600">
            <a:lnSpc>
              <a:spcPct val="90000"/>
            </a:lnSpc>
            <a:spcBef>
              <a:spcPct val="0"/>
            </a:spcBef>
            <a:spcAft>
              <a:spcPct val="35000"/>
            </a:spcAft>
            <a:buNone/>
          </a:pPr>
          <a:r>
            <a:rPr lang="en-US" sz="4800" kern="1200"/>
            <a:t>3</a:t>
          </a:r>
        </a:p>
      </dsp:txBody>
      <dsp:txXfrm>
        <a:off x="7998895" y="487566"/>
        <a:ext cx="718584" cy="718584"/>
      </dsp:txXfrm>
    </dsp:sp>
    <dsp:sp modelId="{36096FF8-F3DD-4F91-A54C-B9E5E8E84712}">
      <dsp:nvSpPr>
        <dsp:cNvPr id="0" name=""/>
        <dsp:cNvSpPr/>
      </dsp:nvSpPr>
      <dsp:spPr>
        <a:xfrm>
          <a:off x="6810374" y="3387364"/>
          <a:ext cx="3095624" cy="72"/>
        </a:xfrm>
        <a:prstGeom prst="rect">
          <a:avLst/>
        </a:prstGeom>
        <a:solidFill>
          <a:schemeClr val="dk2">
            <a:hueOff val="0"/>
            <a:satOff val="0"/>
            <a:lumOff val="0"/>
            <a:alphaOff val="0"/>
          </a:schemeClr>
        </a:solidFill>
        <a:ln w="19050" cap="rnd"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1012" y="609601"/>
            <a:ext cx="8676222" cy="3200400"/>
          </a:xfrm>
        </p:spPr>
        <p:txBody>
          <a:bodyPr anchor="b">
            <a:normAutofit/>
          </a:bodyPr>
          <a:lstStyle>
            <a:lvl1pPr algn="ctr">
              <a:defRPr sz="4800">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76222" cy="1905000"/>
          </a:xfrm>
        </p:spPr>
        <p:txBody>
          <a:bodyPr anchor="t">
            <a:normAutofit/>
          </a:bodyPr>
          <a:lstStyle>
            <a:lvl1pPr marL="0" indent="0" algn="ctr">
              <a:buNone/>
              <a:defRPr sz="2100">
                <a:gradFill flip="none" rotWithShape="1">
                  <a:gsLst>
                    <a:gs pos="0">
                      <a:schemeClr val="tx1"/>
                    </a:gs>
                    <a:gs pos="100000">
                      <a:schemeClr val="tx1">
                        <a:lumMod val="75000"/>
                      </a:schemeClr>
                    </a:gs>
                  </a:gsLst>
                  <a:lin ang="5400000" scaled="0"/>
                  <a:tileRect/>
                </a:gra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FAB3F64-F135-4229-A76F-34AB218EA1D5}"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1997B5-FB9B-4BE6-BD9D-ED0211A20680}" type="slidenum">
              <a:rPr lang="en-US" smtClean="0"/>
              <a:t>‹#›</a:t>
            </a:fld>
            <a:endParaRPr lang="en-US"/>
          </a:p>
        </p:txBody>
      </p:sp>
    </p:spTree>
    <p:extLst>
      <p:ext uri="{BB962C8B-B14F-4D97-AF65-F5344CB8AC3E}">
        <p14:creationId xmlns:p14="http://schemas.microsoft.com/office/powerpoint/2010/main" val="38699479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FAB3F64-F135-4229-A76F-34AB218EA1D5}"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1997B5-FB9B-4BE6-BD9D-ED0211A20680}" type="slidenum">
              <a:rPr lang="en-US" smtClean="0"/>
              <a:t>‹#›</a:t>
            </a:fld>
            <a:endParaRPr lang="en-US"/>
          </a:p>
        </p:txBody>
      </p:sp>
    </p:spTree>
    <p:extLst>
      <p:ext uri="{BB962C8B-B14F-4D97-AF65-F5344CB8AC3E}">
        <p14:creationId xmlns:p14="http://schemas.microsoft.com/office/powerpoint/2010/main" val="32787481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51013" y="3308581"/>
            <a:ext cx="8686800" cy="1468800"/>
          </a:xfrm>
        </p:spPr>
        <p:txBody>
          <a:bodyPr anchor="b"/>
          <a:lstStyle>
            <a:lvl1pPr algn="r">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1751011" y="4777381"/>
            <a:ext cx="8686801" cy="860400"/>
          </a:xfrm>
        </p:spPr>
        <p:txBody>
          <a:bodyPr anchor="t">
            <a:normAutofit/>
          </a:bodyPr>
          <a:lstStyle>
            <a:lvl1pPr marL="0" indent="0" algn="r">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FAB3F64-F135-4229-A76F-34AB218EA1D5}"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1997B5-FB9B-4BE6-BD9D-ED0211A20680}" type="slidenum">
              <a:rPr lang="en-US" smtClean="0"/>
              <a:t>‹#›</a:t>
            </a:fld>
            <a:endParaRPr lang="en-US"/>
          </a:p>
        </p:txBody>
      </p:sp>
    </p:spTree>
    <p:extLst>
      <p:ext uri="{BB962C8B-B14F-4D97-AF65-F5344CB8AC3E}">
        <p14:creationId xmlns:p14="http://schemas.microsoft.com/office/powerpoint/2010/main" val="16555701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2" y="2666999"/>
            <a:ext cx="4876800"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0612" y="2667000"/>
            <a:ext cx="4876800"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FAB3F64-F135-4229-A76F-34AB218EA1D5}" type="datetimeFigureOut">
              <a:rPr lang="en-US" smtClean="0"/>
              <a:t>5/29/2026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1997B5-FB9B-4BE6-BD9D-ED0211A20680}" type="slidenum">
              <a:rPr lang="en-US" smtClean="0"/>
              <a:t>‹#›</a:t>
            </a:fld>
            <a:endParaRPr lang="en-US"/>
          </a:p>
        </p:txBody>
      </p:sp>
    </p:spTree>
    <p:extLst>
      <p:ext uri="{BB962C8B-B14F-4D97-AF65-F5344CB8AC3E}">
        <p14:creationId xmlns:p14="http://schemas.microsoft.com/office/powerpoint/2010/main" val="26208141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429280" y="2658533"/>
            <a:ext cx="4588931"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2" y="3243262"/>
            <a:ext cx="4876800"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43133" y="2667000"/>
            <a:ext cx="4604280"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0612" y="3243262"/>
            <a:ext cx="4876801"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FAB3F64-F135-4229-A76F-34AB218EA1D5}" type="datetimeFigureOut">
              <a:rPr lang="en-US" smtClean="0"/>
              <a:t>5/29/2026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1997B5-FB9B-4BE6-BD9D-ED0211A20680}" type="slidenum">
              <a:rPr lang="en-US" smtClean="0"/>
              <a:t>‹#›</a:t>
            </a:fld>
            <a:endParaRPr lang="en-US"/>
          </a:p>
        </p:txBody>
      </p:sp>
    </p:spTree>
    <p:extLst>
      <p:ext uri="{BB962C8B-B14F-4D97-AF65-F5344CB8AC3E}">
        <p14:creationId xmlns:p14="http://schemas.microsoft.com/office/powerpoint/2010/main" val="22754721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FAB3F64-F135-4229-A76F-34AB218EA1D5}" type="datetimeFigureOut">
              <a:rPr lang="en-US" smtClean="0"/>
              <a:t>5/29/2026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F1997B5-FB9B-4BE6-BD9D-ED0211A20680}" type="slidenum">
              <a:rPr lang="en-US" smtClean="0"/>
              <a:t>‹#›</a:t>
            </a:fld>
            <a:endParaRPr lang="en-US"/>
          </a:p>
        </p:txBody>
      </p:sp>
    </p:spTree>
    <p:extLst>
      <p:ext uri="{BB962C8B-B14F-4D97-AF65-F5344CB8AC3E}">
        <p14:creationId xmlns:p14="http://schemas.microsoft.com/office/powerpoint/2010/main" val="27927465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FAB3F64-F135-4229-A76F-34AB218EA1D5}" type="datetimeFigureOut">
              <a:rPr lang="en-US" smtClean="0"/>
              <a:t>5/29/2026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F1997B5-FB9B-4BE6-BD9D-ED0211A20680}" type="slidenum">
              <a:rPr lang="en-US" smtClean="0"/>
              <a:t>‹#›</a:t>
            </a:fld>
            <a:endParaRPr lang="en-US"/>
          </a:p>
        </p:txBody>
      </p:sp>
    </p:spTree>
    <p:extLst>
      <p:ext uri="{BB962C8B-B14F-4D97-AF65-F5344CB8AC3E}">
        <p14:creationId xmlns:p14="http://schemas.microsoft.com/office/powerpoint/2010/main" val="34117305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3549121"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103812" y="609601"/>
            <a:ext cx="5943601" cy="51816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1411" y="2971800"/>
            <a:ext cx="3549121" cy="1828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FAB3F64-F135-4229-A76F-34AB218EA1D5}" type="datetimeFigureOut">
              <a:rPr lang="en-US" smtClean="0"/>
              <a:t>5/29/2026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1997B5-FB9B-4BE6-BD9D-ED0211A20680}" type="slidenum">
              <a:rPr lang="en-US" smtClean="0"/>
              <a:t>‹#›</a:t>
            </a:fld>
            <a:endParaRPr lang="en-US"/>
          </a:p>
        </p:txBody>
      </p:sp>
    </p:spTree>
    <p:extLst>
      <p:ext uri="{BB962C8B-B14F-4D97-AF65-F5344CB8AC3E}">
        <p14:creationId xmlns:p14="http://schemas.microsoft.com/office/powerpoint/2010/main" val="9481851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5334001"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433733" y="-18288"/>
            <a:ext cx="3276599" cy="6903720"/>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1" y="2971800"/>
            <a:ext cx="5334001" cy="1828800"/>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399212" y="5883275"/>
            <a:ext cx="914400" cy="365125"/>
          </a:xfrm>
        </p:spPr>
        <p:txBody>
          <a:bodyPr/>
          <a:lstStyle/>
          <a:p>
            <a:fld id="{7FAB3F64-F135-4229-A76F-34AB218EA1D5}" type="datetimeFigureOut">
              <a:rPr lang="en-US" smtClean="0"/>
              <a:t>5/29/2026</a:t>
            </a:fld>
            <a:endParaRPr lang="en-US"/>
          </a:p>
        </p:txBody>
      </p:sp>
      <p:sp>
        <p:nvSpPr>
          <p:cNvPr id="6" name="Footer Placeholder 5"/>
          <p:cNvSpPr>
            <a:spLocks noGrp="1"/>
          </p:cNvSpPr>
          <p:nvPr>
            <p:ph type="ftr" sz="quarter" idx="11"/>
          </p:nvPr>
        </p:nvSpPr>
        <p:spPr>
          <a:xfrm>
            <a:off x="1141412" y="5883275"/>
            <a:ext cx="5105400" cy="365125"/>
          </a:xfrm>
        </p:spPr>
        <p:txBody>
          <a:bodyPr/>
          <a:lstStyle/>
          <a:p>
            <a:endParaRPr lang="en-US"/>
          </a:p>
        </p:txBody>
      </p:sp>
      <p:sp>
        <p:nvSpPr>
          <p:cNvPr id="7" name="Slide Number Placeholder 6"/>
          <p:cNvSpPr>
            <a:spLocks noGrp="1"/>
          </p:cNvSpPr>
          <p:nvPr>
            <p:ph type="sldNum" sz="quarter" idx="12"/>
          </p:nvPr>
        </p:nvSpPr>
        <p:spPr>
          <a:xfrm>
            <a:off x="10742612" y="5883275"/>
            <a:ext cx="322567" cy="365125"/>
          </a:xfrm>
        </p:spPr>
        <p:txBody>
          <a:bodyPr/>
          <a:lstStyle/>
          <a:p>
            <a:fld id="{4F1997B5-FB9B-4BE6-BD9D-ED0211A20680}" type="slidenum">
              <a:rPr lang="en-US" smtClean="0"/>
              <a:t>‹#›</a:t>
            </a:fld>
            <a:endParaRPr lang="en-US"/>
          </a:p>
        </p:txBody>
      </p:sp>
    </p:spTree>
    <p:extLst>
      <p:ext uri="{BB962C8B-B14F-4D97-AF65-F5344CB8AC3E}">
        <p14:creationId xmlns:p14="http://schemas.microsoft.com/office/powerpoint/2010/main" val="2171196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4732865"/>
            <a:ext cx="99060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796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3" y="5299603"/>
            <a:ext cx="990600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FAB3F64-F135-4229-A76F-34AB218EA1D5}" type="datetimeFigureOut">
              <a:rPr lang="en-US" smtClean="0"/>
              <a:t>5/29/2026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1997B5-FB9B-4BE6-BD9D-ED0211A20680}" type="slidenum">
              <a:rPr lang="en-US" smtClean="0"/>
              <a:t>‹#›</a:t>
            </a:fld>
            <a:endParaRPr lang="en-US"/>
          </a:p>
        </p:txBody>
      </p:sp>
    </p:spTree>
    <p:extLst>
      <p:ext uri="{BB962C8B-B14F-4D97-AF65-F5344CB8AC3E}">
        <p14:creationId xmlns:p14="http://schemas.microsoft.com/office/powerpoint/2010/main" val="5829493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3124199"/>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1" y="4343400"/>
            <a:ext cx="9906000" cy="1447800"/>
          </a:xfrm>
        </p:spPr>
        <p:txBody>
          <a:bodyPr anchor="ctr">
            <a:normAutofit/>
          </a:bodyPr>
          <a:lstStyle>
            <a:lvl1pPr marL="0" indent="0" algn="l">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FAB3F64-F135-4229-A76F-34AB218EA1D5}"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1997B5-FB9B-4BE6-BD9D-ED0211A20680}" type="slidenum">
              <a:rPr lang="en-US" smtClean="0"/>
              <a:t>‹#›</a:t>
            </a:fld>
            <a:endParaRPr lang="en-US"/>
          </a:p>
        </p:txBody>
      </p:sp>
    </p:spTree>
    <p:extLst>
      <p:ext uri="{BB962C8B-B14F-4D97-AF65-F5344CB8AC3E}">
        <p14:creationId xmlns:p14="http://schemas.microsoft.com/office/powerpoint/2010/main" val="1569309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41411" y="4343400"/>
            <a:ext cx="9906000" cy="1447800"/>
          </a:xfrm>
        </p:spPr>
        <p:txBody>
          <a:bodyPr vert="horz" lIns="91440" tIns="45720" rIns="91440" bIns="45720" rtlCol="0" anchor="ctr">
            <a:normAutofit/>
          </a:bodyPr>
          <a:lstStyle>
            <a:lvl1pPr>
              <a:buNone/>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7FAB3F64-F135-4229-A76F-34AB218EA1D5}"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1997B5-FB9B-4BE6-BD9D-ED0211A20680}" type="slidenum">
              <a:rPr lang="en-US" smtClean="0"/>
              <a:t>‹#›</a:t>
            </a:fld>
            <a:endParaRPr lang="en-US"/>
          </a:p>
        </p:txBody>
      </p:sp>
    </p:spTree>
    <p:extLst>
      <p:ext uri="{BB962C8B-B14F-4D97-AF65-F5344CB8AC3E}">
        <p14:creationId xmlns:p14="http://schemas.microsoft.com/office/powerpoint/2010/main" val="23730970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2" y="3308581"/>
            <a:ext cx="9906000" cy="14688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0" y="4777381"/>
            <a:ext cx="9906001" cy="860400"/>
          </a:xfrm>
        </p:spPr>
        <p:txBody>
          <a:bodyPr vert="horz" lIns="91440" tIns="45720" rIns="91440" bIns="45720" rtlCol="0" anchor="t">
            <a:normAutofit/>
          </a:bodyPr>
          <a:lstStyle>
            <a:lvl1pPr>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7FAB3F64-F135-4229-A76F-34AB218EA1D5}"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1997B5-FB9B-4BE6-BD9D-ED0211A20680}" type="slidenum">
              <a:rPr lang="en-US" smtClean="0"/>
              <a:t>‹#›</a:t>
            </a:fld>
            <a:endParaRPr lang="en-US"/>
          </a:p>
        </p:txBody>
      </p:sp>
    </p:spTree>
    <p:extLst>
      <p:ext uri="{BB962C8B-B14F-4D97-AF65-F5344CB8AC3E}">
        <p14:creationId xmlns:p14="http://schemas.microsoft.com/office/powerpoint/2010/main" val="16081415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gradFill flip="none" rotWithShape="1">
                  <a:gsLst>
                    <a:gs pos="0">
                      <a:schemeClr val="tx1"/>
                    </a:gs>
                    <a:gs pos="100000">
                      <a:schemeClr val="tx1">
                        <a:lumMod val="75000"/>
                      </a:schemeClr>
                    </a:gs>
                  </a:gsLst>
                  <a:lin ang="5400000" scaled="0"/>
                  <a:tileRect/>
                </a:gra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41412" y="3886200"/>
            <a:ext cx="9906000" cy="889000"/>
          </a:xfrm>
        </p:spPr>
        <p:txBody>
          <a:bodyPr vert="horz" lIns="91440" tIns="45720" rIns="91440" bIns="45720" rtlCol="0" anchor="b">
            <a:normAutofit/>
          </a:bodyPr>
          <a:lstStyle>
            <a:lvl1pPr>
              <a:buNone/>
              <a:defRPr lang="en-US" sz="24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775200"/>
            <a:ext cx="9906000" cy="10160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FAB3F64-F135-4229-A76F-34AB218EA1D5}"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1997B5-FB9B-4BE6-BD9D-ED0211A20680}" type="slidenum">
              <a:rPr lang="en-US" smtClean="0"/>
              <a:t>‹#›</a:t>
            </a:fld>
            <a:endParaRPr lang="en-US"/>
          </a:p>
        </p:txBody>
      </p:sp>
    </p:spTree>
    <p:extLst>
      <p:ext uri="{BB962C8B-B14F-4D97-AF65-F5344CB8AC3E}">
        <p14:creationId xmlns:p14="http://schemas.microsoft.com/office/powerpoint/2010/main" val="23279963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41412" y="3505200"/>
            <a:ext cx="9906000" cy="838200"/>
          </a:xfrm>
        </p:spPr>
        <p:txBody>
          <a:bodyPr vert="horz" lIns="91440" tIns="45720" rIns="91440" bIns="45720" rtlCol="0" anchor="b">
            <a:normAutofit/>
          </a:bodyPr>
          <a:lstStyle>
            <a:lvl1pPr>
              <a:buNone/>
              <a:defRPr lang="en-US" sz="28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343400"/>
            <a:ext cx="9906000" cy="14478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FAB3F64-F135-4229-A76F-34AB218EA1D5}"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1997B5-FB9B-4BE6-BD9D-ED0211A20680}" type="slidenum">
              <a:rPr lang="en-US" smtClean="0"/>
              <a:t>‹#›</a:t>
            </a:fld>
            <a:endParaRPr lang="en-US"/>
          </a:p>
        </p:txBody>
      </p:sp>
    </p:spTree>
    <p:extLst>
      <p:ext uri="{BB962C8B-B14F-4D97-AF65-F5344CB8AC3E}">
        <p14:creationId xmlns:p14="http://schemas.microsoft.com/office/powerpoint/2010/main" val="34956128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FAB3F64-F135-4229-A76F-34AB218EA1D5}"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1997B5-FB9B-4BE6-BD9D-ED0211A20680}" type="slidenum">
              <a:rPr lang="en-US" smtClean="0"/>
              <a:t>‹#›</a:t>
            </a:fld>
            <a:endParaRPr lang="en-US"/>
          </a:p>
        </p:txBody>
      </p:sp>
    </p:spTree>
    <p:extLst>
      <p:ext uri="{BB962C8B-B14F-4D97-AF65-F5344CB8AC3E}">
        <p14:creationId xmlns:p14="http://schemas.microsoft.com/office/powerpoint/2010/main" val="404750557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09599"/>
            <a:ext cx="2210514"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2" y="609600"/>
            <a:ext cx="7543800"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FAB3F64-F135-4229-A76F-34AB218EA1D5}"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1997B5-FB9B-4BE6-BD9D-ED0211A20680}" type="slidenum">
              <a:rPr lang="en-US" smtClean="0"/>
              <a:t>‹#›</a:t>
            </a:fld>
            <a:endParaRPr lang="en-US"/>
          </a:p>
        </p:txBody>
      </p:sp>
    </p:spTree>
    <p:extLst>
      <p:ext uri="{BB962C8B-B14F-4D97-AF65-F5344CB8AC3E}">
        <p14:creationId xmlns:p14="http://schemas.microsoft.com/office/powerpoint/2010/main" val="2762847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41413" y="609600"/>
            <a:ext cx="9905998" cy="1905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1413" y="2666999"/>
            <a:ext cx="9905998"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837612" y="5883275"/>
            <a:ext cx="1600200"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7FAB3F64-F135-4229-A76F-34AB218EA1D5}" type="datetimeFigureOut">
              <a:rPr lang="en-US" smtClean="0"/>
              <a:t>5/29/2026</a:t>
            </a:fld>
            <a:endParaRPr lang="en-US"/>
          </a:p>
        </p:txBody>
      </p:sp>
      <p:sp>
        <p:nvSpPr>
          <p:cNvPr id="5" name="Footer Placeholder 4"/>
          <p:cNvSpPr>
            <a:spLocks noGrp="1"/>
          </p:cNvSpPr>
          <p:nvPr>
            <p:ph type="ftr" sz="quarter" idx="3"/>
          </p:nvPr>
        </p:nvSpPr>
        <p:spPr>
          <a:xfrm>
            <a:off x="1141412" y="5883275"/>
            <a:ext cx="7543800" cy="365125"/>
          </a:xfrm>
          <a:prstGeom prst="rect">
            <a:avLst/>
          </a:prstGeom>
        </p:spPr>
        <p:txBody>
          <a:bodyPr vert="horz" lIns="91440" tIns="45720" rIns="91440" bIns="45720" rtlCol="0" anchor="ctr"/>
          <a:lstStyle>
            <a:lvl1pPr algn="l">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en-US"/>
          </a:p>
        </p:txBody>
      </p:sp>
      <p:sp>
        <p:nvSpPr>
          <p:cNvPr id="6" name="Slide Number Placeholder 5"/>
          <p:cNvSpPr>
            <a:spLocks noGrp="1"/>
          </p:cNvSpPr>
          <p:nvPr>
            <p:ph type="sldNum" sz="quarter" idx="4"/>
          </p:nvPr>
        </p:nvSpPr>
        <p:spPr>
          <a:xfrm>
            <a:off x="10514012" y="5883275"/>
            <a:ext cx="551167"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4F1997B5-FB9B-4BE6-BD9D-ED0211A20680}" type="slidenum">
              <a:rPr lang="en-US" smtClean="0"/>
              <a:t>‹#›</a:t>
            </a:fld>
            <a:endParaRPr lang="en-US"/>
          </a:p>
        </p:txBody>
      </p:sp>
    </p:spTree>
    <p:extLst>
      <p:ext uri="{BB962C8B-B14F-4D97-AF65-F5344CB8AC3E}">
        <p14:creationId xmlns:p14="http://schemas.microsoft.com/office/powerpoint/2010/main" val="240470447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67482-0229-D4BF-8568-74FCD1A8985D}"/>
              </a:ext>
            </a:extLst>
          </p:cNvPr>
          <p:cNvSpPr>
            <a:spLocks noGrp="1"/>
          </p:cNvSpPr>
          <p:nvPr>
            <p:ph type="ctrTitle"/>
          </p:nvPr>
        </p:nvSpPr>
        <p:spPr/>
        <p:txBody>
          <a:bodyPr/>
          <a:lstStyle/>
          <a:p>
            <a:r>
              <a:rPr lang="en-US" dirty="0"/>
              <a:t>Pop-In-Solution web design</a:t>
            </a:r>
          </a:p>
        </p:txBody>
      </p:sp>
      <p:sp>
        <p:nvSpPr>
          <p:cNvPr id="3" name="Subtitle 2">
            <a:extLst>
              <a:ext uri="{FF2B5EF4-FFF2-40B4-BE49-F238E27FC236}">
                <a16:creationId xmlns:a16="http://schemas.microsoft.com/office/drawing/2014/main" id="{1EFFF48C-D2C5-48B2-5B3E-6E798BBD3D2A}"/>
              </a:ext>
            </a:extLst>
          </p:cNvPr>
          <p:cNvSpPr>
            <a:spLocks noGrp="1"/>
          </p:cNvSpPr>
          <p:nvPr>
            <p:ph type="subTitle" idx="1"/>
          </p:nvPr>
        </p:nvSpPr>
        <p:spPr/>
        <p:txBody>
          <a:bodyPr/>
          <a:lstStyle/>
          <a:p>
            <a:r>
              <a:rPr lang="en-US" dirty="0" err="1"/>
              <a:t>DevSecOps</a:t>
            </a:r>
            <a:r>
              <a:rPr lang="en-US" dirty="0"/>
              <a:t>-Driven IT Solutions Website</a:t>
            </a:r>
            <a:br>
              <a:rPr lang="en-US" dirty="0"/>
            </a:br>
            <a:endParaRPr lang="en-US" dirty="0"/>
          </a:p>
        </p:txBody>
      </p:sp>
      <p:pic>
        <p:nvPicPr>
          <p:cNvPr id="5" name="Picture 4">
            <a:extLst>
              <a:ext uri="{FF2B5EF4-FFF2-40B4-BE49-F238E27FC236}">
                <a16:creationId xmlns:a16="http://schemas.microsoft.com/office/drawing/2014/main" id="{0A4FE017-28B5-F84B-9DED-C0CB03A5FA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878928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6F677AB-BAD6-135F-6634-BB681943A080}"/>
              </a:ext>
            </a:extLst>
          </p:cNvPr>
          <p:cNvSpPr>
            <a:spLocks noGrp="1"/>
          </p:cNvSpPr>
          <p:nvPr>
            <p:ph type="title"/>
          </p:nvPr>
        </p:nvSpPr>
        <p:spPr>
          <a:xfrm>
            <a:off x="6096000" y="609599"/>
            <a:ext cx="5435760" cy="2009775"/>
          </a:xfrm>
        </p:spPr>
        <p:txBody>
          <a:bodyPr vert="horz" lIns="91440" tIns="45720" rIns="91440" bIns="45720" rtlCol="0" anchor="ctr">
            <a:normAutofit/>
          </a:bodyPr>
          <a:lstStyle/>
          <a:p>
            <a:pPr algn="ctr"/>
            <a:r>
              <a:rPr lang="en-US"/>
              <a:t>Project Overview</a:t>
            </a:r>
          </a:p>
        </p:txBody>
      </p:sp>
      <p:pic>
        <p:nvPicPr>
          <p:cNvPr id="8" name="Content Placeholder 7">
            <a:extLst>
              <a:ext uri="{FF2B5EF4-FFF2-40B4-BE49-F238E27FC236}">
                <a16:creationId xmlns:a16="http://schemas.microsoft.com/office/drawing/2014/main" id="{60383375-3A0A-CA55-63B4-509D42D4B7EE}"/>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854235" y="609600"/>
            <a:ext cx="4472605" cy="2057399"/>
          </a:xfrm>
          <a:custGeom>
            <a:avLst/>
            <a:gdLst/>
            <a:ahLst/>
            <a:cxnLst/>
            <a:rect l="l" t="t" r="r" b="b"/>
            <a:pathLst>
              <a:path w="3416888" h="2057399">
                <a:moveTo>
                  <a:pt x="120172" y="0"/>
                </a:moveTo>
                <a:lnTo>
                  <a:pt x="3296716" y="0"/>
                </a:lnTo>
                <a:cubicBezTo>
                  <a:pt x="3363085" y="0"/>
                  <a:pt x="3416888" y="53803"/>
                  <a:pt x="3416888" y="120172"/>
                </a:cubicBezTo>
                <a:lnTo>
                  <a:pt x="3416888" y="2057399"/>
                </a:lnTo>
                <a:lnTo>
                  <a:pt x="0" y="2057399"/>
                </a:lnTo>
                <a:lnTo>
                  <a:pt x="0" y="120172"/>
                </a:lnTo>
                <a:cubicBezTo>
                  <a:pt x="0" y="53803"/>
                  <a:pt x="53803" y="0"/>
                  <a:pt x="120172" y="0"/>
                </a:cubicBezTo>
                <a:close/>
              </a:path>
            </a:pathLst>
          </a:custGeom>
          <a:ln w="38100">
            <a:gradFill flip="none" rotWithShape="1">
              <a:gsLst>
                <a:gs pos="0">
                  <a:srgbClr val="363D46"/>
                </a:gs>
                <a:gs pos="100000">
                  <a:srgbClr val="363D46">
                    <a:lumMod val="75000"/>
                  </a:srgbClr>
                </a:gs>
              </a:gsLst>
              <a:lin ang="5400000" scaled="0"/>
              <a:tileRect/>
            </a:gradFill>
          </a:ln>
          <a:effectLst>
            <a:innerShdw blurRad="57150" dist="38100" dir="14460000">
              <a:srgbClr val="000000">
                <a:alpha val="70000"/>
              </a:srgbClr>
            </a:innerShdw>
          </a:effectLst>
        </p:spPr>
      </p:pic>
      <p:pic>
        <p:nvPicPr>
          <p:cNvPr id="10" name="Content Placeholder 9">
            <a:extLst>
              <a:ext uri="{FF2B5EF4-FFF2-40B4-BE49-F238E27FC236}">
                <a16:creationId xmlns:a16="http://schemas.microsoft.com/office/drawing/2014/main" id="{77709812-4186-43FD-C875-F73A3218CD54}"/>
              </a:ext>
            </a:extLst>
          </p:cNvPr>
          <p:cNvPicPr>
            <a:picLocks noGrp="1" noChangeAspect="1"/>
          </p:cNvPicPr>
          <p:nvPr>
            <p:ph sz="half" idx="1"/>
          </p:nvPr>
        </p:nvPicPr>
        <p:blipFill>
          <a:blip r:embed="rId4">
            <a:extLst>
              <a:ext uri="{28A0092B-C50C-407E-A947-70E740481C1C}">
                <a14:useLocalDpi xmlns:a14="http://schemas.microsoft.com/office/drawing/2010/main" val="0"/>
              </a:ext>
            </a:extLst>
          </a:blip>
          <a:srcRect l="10218" r="10988"/>
          <a:stretch>
            <a:fillRect/>
          </a:stretch>
        </p:blipFill>
        <p:spPr>
          <a:xfrm>
            <a:off x="707739" y="2947481"/>
            <a:ext cx="4765597" cy="2857761"/>
          </a:xfrm>
          <a:custGeom>
            <a:avLst/>
            <a:gdLst/>
            <a:ahLst/>
            <a:cxnLst/>
            <a:rect l="l" t="t" r="r" b="b"/>
            <a:pathLst>
              <a:path w="3416888" h="3240120">
                <a:moveTo>
                  <a:pt x="0" y="0"/>
                </a:moveTo>
                <a:lnTo>
                  <a:pt x="3416888" y="0"/>
                </a:lnTo>
                <a:lnTo>
                  <a:pt x="3416888" y="3119948"/>
                </a:lnTo>
                <a:cubicBezTo>
                  <a:pt x="3416888" y="3186317"/>
                  <a:pt x="3363085" y="3240120"/>
                  <a:pt x="3296716" y="3240120"/>
                </a:cubicBezTo>
                <a:lnTo>
                  <a:pt x="120172" y="3240120"/>
                </a:lnTo>
                <a:cubicBezTo>
                  <a:pt x="53803" y="3240120"/>
                  <a:pt x="0" y="3186317"/>
                  <a:pt x="0" y="3119948"/>
                </a:cubicBezTo>
                <a:close/>
              </a:path>
            </a:pathLst>
          </a:custGeom>
          <a:ln w="38100">
            <a:gradFill flip="none" rotWithShape="1">
              <a:gsLst>
                <a:gs pos="0">
                  <a:srgbClr val="363D46"/>
                </a:gs>
                <a:gs pos="100000">
                  <a:srgbClr val="363D46">
                    <a:lumMod val="75000"/>
                  </a:srgbClr>
                </a:gs>
              </a:gsLst>
              <a:lin ang="5400000" scaled="0"/>
              <a:tileRect/>
            </a:gradFill>
          </a:ln>
          <a:effectLst>
            <a:innerShdw blurRad="57150" dist="38100" dir="14460000">
              <a:srgbClr val="000000">
                <a:alpha val="70000"/>
              </a:srgbClr>
            </a:innerShdw>
          </a:effectLst>
        </p:spPr>
      </p:pic>
      <p:sp>
        <p:nvSpPr>
          <p:cNvPr id="12" name="TextBox 11">
            <a:extLst>
              <a:ext uri="{FF2B5EF4-FFF2-40B4-BE49-F238E27FC236}">
                <a16:creationId xmlns:a16="http://schemas.microsoft.com/office/drawing/2014/main" id="{B554DEF5-C0FA-FBB0-B72E-ADD20F971935}"/>
              </a:ext>
            </a:extLst>
          </p:cNvPr>
          <p:cNvSpPr txBox="1"/>
          <p:nvPr/>
        </p:nvSpPr>
        <p:spPr>
          <a:xfrm>
            <a:off x="6096000" y="2774425"/>
            <a:ext cx="5435760" cy="3288445"/>
          </a:xfrm>
          <a:prstGeom prst="rect">
            <a:avLst/>
          </a:prstGeom>
        </p:spPr>
        <p:txBody>
          <a:bodyPr vert="horz" lIns="91440" tIns="45720" rIns="91440" bIns="45720" rtlCol="0" anchor="ctr">
            <a:normAutofit/>
          </a:bodyPr>
          <a:lstStyle/>
          <a:p>
            <a:pPr indent="-228600">
              <a:spcBef>
                <a:spcPct val="20000"/>
              </a:spcBef>
              <a:spcAft>
                <a:spcPts val="600"/>
              </a:spcAft>
              <a:buClr>
                <a:schemeClr val="tx1"/>
              </a:buClr>
              <a:buSzPct val="100000"/>
              <a:buFont typeface="Arial"/>
              <a:buChar char="•"/>
            </a:pPr>
            <a:r>
              <a:rPr lang="en-US"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rPr>
              <a:t> Responsive multi-page website</a:t>
            </a:r>
            <a:br>
              <a:rPr lang="en-US"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rPr>
            </a:br>
            <a:r>
              <a:rPr lang="en-US"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rPr>
              <a:t> Built for Pop-in-Solutions</a:t>
            </a:r>
            <a:br>
              <a:rPr lang="en-US"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rPr>
            </a:br>
            <a:r>
              <a:rPr lang="en-US"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rPr>
              <a:t> Modern DevSecOps company branding</a:t>
            </a:r>
            <a:br>
              <a:rPr lang="en-US"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rPr>
            </a:br>
            <a:r>
              <a:rPr lang="en-US"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rPr>
              <a:t> Focused on user experience and responsiveness</a:t>
            </a:r>
          </a:p>
        </p:txBody>
      </p:sp>
    </p:spTree>
    <p:extLst>
      <p:ext uri="{BB962C8B-B14F-4D97-AF65-F5344CB8AC3E}">
        <p14:creationId xmlns:p14="http://schemas.microsoft.com/office/powerpoint/2010/main" val="2367570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64000"/>
                <a:lumMod val="98000"/>
              </a:schemeClr>
            </a:gs>
          </a:gsLst>
          <a:lin ang="5400000" scaled="0"/>
        </a:gra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5690F3EE-0CD1-4520-B020-4E1DF3141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9EFDE1E9-7FE0-45CA-9DE2-237F77319A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2270840"/>
          </a:xfrm>
          <a:custGeom>
            <a:avLst/>
            <a:gdLst>
              <a:gd name="connsiteX0" fmla="*/ 0 w 12192000"/>
              <a:gd name="connsiteY0" fmla="*/ 0 h 2270840"/>
              <a:gd name="connsiteX1" fmla="*/ 12192000 w 12192000"/>
              <a:gd name="connsiteY1" fmla="*/ 0 h 2270840"/>
              <a:gd name="connsiteX2" fmla="*/ 12192000 w 12192000"/>
              <a:gd name="connsiteY2" fmla="*/ 519831 h 2270840"/>
              <a:gd name="connsiteX3" fmla="*/ 12192000 w 12192000"/>
              <a:gd name="connsiteY3" fmla="*/ 744794 h 2270840"/>
              <a:gd name="connsiteX4" fmla="*/ 12192000 w 12192000"/>
              <a:gd name="connsiteY4" fmla="*/ 1754022 h 2270840"/>
              <a:gd name="connsiteX5" fmla="*/ 11957522 w 12192000"/>
              <a:gd name="connsiteY5" fmla="*/ 1797924 h 2270840"/>
              <a:gd name="connsiteX6" fmla="*/ 11679973 w 12192000"/>
              <a:gd name="connsiteY6" fmla="*/ 1847668 h 2270840"/>
              <a:gd name="connsiteX7" fmla="*/ 11401197 w 12192000"/>
              <a:gd name="connsiteY7" fmla="*/ 1896361 h 2270840"/>
              <a:gd name="connsiteX8" fmla="*/ 11121192 w 12192000"/>
              <a:gd name="connsiteY8" fmla="*/ 1938047 h 2270840"/>
              <a:gd name="connsiteX9" fmla="*/ 10842416 w 12192000"/>
              <a:gd name="connsiteY9" fmla="*/ 1980084 h 2270840"/>
              <a:gd name="connsiteX10" fmla="*/ 10562411 w 12192000"/>
              <a:gd name="connsiteY10" fmla="*/ 2019319 h 2270840"/>
              <a:gd name="connsiteX11" fmla="*/ 10286091 w 12192000"/>
              <a:gd name="connsiteY11" fmla="*/ 2052948 h 2270840"/>
              <a:gd name="connsiteX12" fmla="*/ 10006086 w 12192000"/>
              <a:gd name="connsiteY12" fmla="*/ 2084826 h 2270840"/>
              <a:gd name="connsiteX13" fmla="*/ 9727310 w 12192000"/>
              <a:gd name="connsiteY13" fmla="*/ 2113902 h 2270840"/>
              <a:gd name="connsiteX14" fmla="*/ 9453445 w 12192000"/>
              <a:gd name="connsiteY14" fmla="*/ 2139124 h 2270840"/>
              <a:gd name="connsiteX15" fmla="*/ 9175897 w 12192000"/>
              <a:gd name="connsiteY15" fmla="*/ 2164346 h 2270840"/>
              <a:gd name="connsiteX16" fmla="*/ 8902033 w 12192000"/>
              <a:gd name="connsiteY16" fmla="*/ 2185365 h 2270840"/>
              <a:gd name="connsiteX17" fmla="*/ 8628169 w 12192000"/>
              <a:gd name="connsiteY17" fmla="*/ 2201829 h 2270840"/>
              <a:gd name="connsiteX18" fmla="*/ 8355533 w 12192000"/>
              <a:gd name="connsiteY18" fmla="*/ 2218995 h 2270840"/>
              <a:gd name="connsiteX19" fmla="*/ 8085353 w 12192000"/>
              <a:gd name="connsiteY19" fmla="*/ 2233357 h 2270840"/>
              <a:gd name="connsiteX20" fmla="*/ 7817629 w 12192000"/>
              <a:gd name="connsiteY20" fmla="*/ 2243516 h 2270840"/>
              <a:gd name="connsiteX21" fmla="*/ 7549905 w 12192000"/>
              <a:gd name="connsiteY21" fmla="*/ 2252274 h 2270840"/>
              <a:gd name="connsiteX22" fmla="*/ 7284638 w 12192000"/>
              <a:gd name="connsiteY22" fmla="*/ 2260681 h 2270840"/>
              <a:gd name="connsiteX23" fmla="*/ 7023055 w 12192000"/>
              <a:gd name="connsiteY23" fmla="*/ 2264535 h 2270840"/>
              <a:gd name="connsiteX24" fmla="*/ 6761472 w 12192000"/>
              <a:gd name="connsiteY24" fmla="*/ 2268738 h 2270840"/>
              <a:gd name="connsiteX25" fmla="*/ 6503573 w 12192000"/>
              <a:gd name="connsiteY25" fmla="*/ 2270840 h 2270840"/>
              <a:gd name="connsiteX26" fmla="*/ 6248130 w 12192000"/>
              <a:gd name="connsiteY26" fmla="*/ 2268738 h 2270840"/>
              <a:gd name="connsiteX27" fmla="*/ 5995144 w 12192000"/>
              <a:gd name="connsiteY27" fmla="*/ 2268738 h 2270840"/>
              <a:gd name="connsiteX28" fmla="*/ 5744613 w 12192000"/>
              <a:gd name="connsiteY28" fmla="*/ 2264535 h 2270840"/>
              <a:gd name="connsiteX29" fmla="*/ 5498995 w 12192000"/>
              <a:gd name="connsiteY29" fmla="*/ 2258229 h 2270840"/>
              <a:gd name="connsiteX30" fmla="*/ 5255834 w 12192000"/>
              <a:gd name="connsiteY30" fmla="*/ 2252274 h 2270840"/>
              <a:gd name="connsiteX31" fmla="*/ 5017584 w 12192000"/>
              <a:gd name="connsiteY31" fmla="*/ 2245618 h 2270840"/>
              <a:gd name="connsiteX32" fmla="*/ 4780562 w 12192000"/>
              <a:gd name="connsiteY32" fmla="*/ 2235459 h 2270840"/>
              <a:gd name="connsiteX33" fmla="*/ 4547227 w 12192000"/>
              <a:gd name="connsiteY33" fmla="*/ 2224599 h 2270840"/>
              <a:gd name="connsiteX34" fmla="*/ 4318800 w 12192000"/>
              <a:gd name="connsiteY34" fmla="*/ 2214791 h 2270840"/>
              <a:gd name="connsiteX35" fmla="*/ 3873004 w 12192000"/>
              <a:gd name="connsiteY35" fmla="*/ 2187116 h 2270840"/>
              <a:gd name="connsiteX36" fmla="*/ 3445628 w 12192000"/>
              <a:gd name="connsiteY36" fmla="*/ 2157691 h 2270840"/>
              <a:gd name="connsiteX37" fmla="*/ 3035446 w 12192000"/>
              <a:gd name="connsiteY37" fmla="*/ 2126863 h 2270840"/>
              <a:gd name="connsiteX38" fmla="*/ 2647370 w 12192000"/>
              <a:gd name="connsiteY38" fmla="*/ 2092884 h 2270840"/>
              <a:gd name="connsiteX39" fmla="*/ 2276487 w 12192000"/>
              <a:gd name="connsiteY39" fmla="*/ 2057502 h 2270840"/>
              <a:gd name="connsiteX40" fmla="*/ 1932621 w 12192000"/>
              <a:gd name="connsiteY40" fmla="*/ 2019319 h 2270840"/>
              <a:gd name="connsiteX41" fmla="*/ 1609634 w 12192000"/>
              <a:gd name="connsiteY41" fmla="*/ 1981836 h 2270840"/>
              <a:gd name="connsiteX42" fmla="*/ 1312435 w 12192000"/>
              <a:gd name="connsiteY42" fmla="*/ 1944353 h 2270840"/>
              <a:gd name="connsiteX43" fmla="*/ 1039799 w 12192000"/>
              <a:gd name="connsiteY43" fmla="*/ 1908972 h 2270840"/>
              <a:gd name="connsiteX44" fmla="*/ 797865 w 12192000"/>
              <a:gd name="connsiteY44" fmla="*/ 1875342 h 2270840"/>
              <a:gd name="connsiteX45" fmla="*/ 579265 w 12192000"/>
              <a:gd name="connsiteY45" fmla="*/ 1843464 h 2270840"/>
              <a:gd name="connsiteX46" fmla="*/ 395052 w 12192000"/>
              <a:gd name="connsiteY46" fmla="*/ 1816841 h 2270840"/>
              <a:gd name="connsiteX47" fmla="*/ 240312 w 12192000"/>
              <a:gd name="connsiteY47" fmla="*/ 1791618 h 2270840"/>
              <a:gd name="connsiteX48" fmla="*/ 27853 w 12192000"/>
              <a:gd name="connsiteY48" fmla="*/ 1755537 h 2270840"/>
              <a:gd name="connsiteX49" fmla="*/ 0 w 12192000"/>
              <a:gd name="connsiteY49" fmla="*/ 1750824 h 2270840"/>
              <a:gd name="connsiteX50" fmla="*/ 0 w 12192000"/>
              <a:gd name="connsiteY50" fmla="*/ 744794 h 2270840"/>
              <a:gd name="connsiteX51" fmla="*/ 0 w 12192000"/>
              <a:gd name="connsiteY51" fmla="*/ 519831 h 2270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000" h="2270840">
                <a:moveTo>
                  <a:pt x="0" y="0"/>
                </a:moveTo>
                <a:lnTo>
                  <a:pt x="12192000" y="0"/>
                </a:lnTo>
                <a:lnTo>
                  <a:pt x="12192000" y="519831"/>
                </a:lnTo>
                <a:lnTo>
                  <a:pt x="12192000" y="744794"/>
                </a:lnTo>
                <a:lnTo>
                  <a:pt x="12192000" y="1754022"/>
                </a:lnTo>
                <a:lnTo>
                  <a:pt x="11957522" y="1797924"/>
                </a:lnTo>
                <a:lnTo>
                  <a:pt x="11679973" y="1847668"/>
                </a:lnTo>
                <a:lnTo>
                  <a:pt x="11401197" y="1896361"/>
                </a:lnTo>
                <a:lnTo>
                  <a:pt x="11121192" y="1938047"/>
                </a:lnTo>
                <a:lnTo>
                  <a:pt x="10842416" y="1980084"/>
                </a:lnTo>
                <a:lnTo>
                  <a:pt x="10562411" y="2019319"/>
                </a:lnTo>
                <a:lnTo>
                  <a:pt x="10286091" y="2052948"/>
                </a:lnTo>
                <a:lnTo>
                  <a:pt x="10006086" y="2084826"/>
                </a:lnTo>
                <a:lnTo>
                  <a:pt x="9727310" y="2113902"/>
                </a:lnTo>
                <a:lnTo>
                  <a:pt x="9453445" y="2139124"/>
                </a:lnTo>
                <a:lnTo>
                  <a:pt x="9175897" y="2164346"/>
                </a:lnTo>
                <a:lnTo>
                  <a:pt x="8902033" y="2185365"/>
                </a:lnTo>
                <a:lnTo>
                  <a:pt x="8628169" y="2201829"/>
                </a:lnTo>
                <a:lnTo>
                  <a:pt x="8355533" y="2218995"/>
                </a:lnTo>
                <a:lnTo>
                  <a:pt x="8085353" y="2233357"/>
                </a:lnTo>
                <a:lnTo>
                  <a:pt x="7817629" y="2243516"/>
                </a:lnTo>
                <a:lnTo>
                  <a:pt x="7549905" y="2252274"/>
                </a:lnTo>
                <a:lnTo>
                  <a:pt x="7284638" y="2260681"/>
                </a:lnTo>
                <a:lnTo>
                  <a:pt x="7023055" y="2264535"/>
                </a:lnTo>
                <a:lnTo>
                  <a:pt x="6761472" y="2268738"/>
                </a:lnTo>
                <a:lnTo>
                  <a:pt x="6503573" y="2270840"/>
                </a:lnTo>
                <a:lnTo>
                  <a:pt x="6248130" y="2268738"/>
                </a:lnTo>
                <a:lnTo>
                  <a:pt x="5995144" y="2268738"/>
                </a:lnTo>
                <a:lnTo>
                  <a:pt x="5744613" y="2264535"/>
                </a:lnTo>
                <a:lnTo>
                  <a:pt x="5498995" y="2258229"/>
                </a:lnTo>
                <a:lnTo>
                  <a:pt x="5255834" y="2252274"/>
                </a:lnTo>
                <a:lnTo>
                  <a:pt x="5017584" y="2245618"/>
                </a:lnTo>
                <a:lnTo>
                  <a:pt x="4780562" y="2235459"/>
                </a:lnTo>
                <a:lnTo>
                  <a:pt x="4547227" y="2224599"/>
                </a:lnTo>
                <a:lnTo>
                  <a:pt x="4318800" y="2214791"/>
                </a:lnTo>
                <a:lnTo>
                  <a:pt x="3873004" y="2187116"/>
                </a:lnTo>
                <a:lnTo>
                  <a:pt x="3445628" y="2157691"/>
                </a:lnTo>
                <a:lnTo>
                  <a:pt x="3035446" y="2126863"/>
                </a:lnTo>
                <a:lnTo>
                  <a:pt x="2647370" y="2092884"/>
                </a:lnTo>
                <a:lnTo>
                  <a:pt x="2276487" y="2057502"/>
                </a:lnTo>
                <a:lnTo>
                  <a:pt x="1932621" y="2019319"/>
                </a:lnTo>
                <a:lnTo>
                  <a:pt x="1609634" y="1981836"/>
                </a:lnTo>
                <a:lnTo>
                  <a:pt x="1312435" y="1944353"/>
                </a:lnTo>
                <a:lnTo>
                  <a:pt x="1039799" y="1908972"/>
                </a:lnTo>
                <a:lnTo>
                  <a:pt x="797865" y="1875342"/>
                </a:lnTo>
                <a:lnTo>
                  <a:pt x="579265" y="1843464"/>
                </a:lnTo>
                <a:lnTo>
                  <a:pt x="395052" y="1816841"/>
                </a:lnTo>
                <a:lnTo>
                  <a:pt x="240312" y="1791618"/>
                </a:lnTo>
                <a:lnTo>
                  <a:pt x="27853" y="1755537"/>
                </a:lnTo>
                <a:lnTo>
                  <a:pt x="0" y="1750824"/>
                </a:lnTo>
                <a:lnTo>
                  <a:pt x="0" y="744794"/>
                </a:lnTo>
                <a:lnTo>
                  <a:pt x="0" y="519831"/>
                </a:lnTo>
                <a:close/>
              </a:path>
            </a:pathLst>
          </a:custGeom>
          <a:ln w="44450">
            <a:gradFill>
              <a:gsLst>
                <a:gs pos="0">
                  <a:schemeClr val="bg2">
                    <a:alpha val="65000"/>
                  </a:schemeClr>
                </a:gs>
                <a:gs pos="98000">
                  <a:schemeClr val="bg2">
                    <a:lumMod val="75000"/>
                    <a:alpha val="55000"/>
                  </a:schemeClr>
                </a:gs>
              </a:gsLst>
              <a:lin ang="5400000" scaled="1"/>
            </a:gradFill>
          </a:ln>
          <a:effectLst>
            <a:outerShdw blurRad="50800" dist="38100" dir="5400000" algn="t" rotWithShape="0">
              <a:prstClr val="black">
                <a:alpha val="50000"/>
              </a:prstClr>
            </a:outerShdw>
          </a:effectLst>
        </p:spPr>
        <p:style>
          <a:lnRef idx="2">
            <a:schemeClr val="accent1">
              <a:shade val="50000"/>
            </a:schemeClr>
          </a:lnRef>
          <a:fillRef idx="1003">
            <a:schemeClr val="dk1"/>
          </a:fillRef>
          <a:effectRef idx="0">
            <a:schemeClr val="accent1"/>
          </a:effectRef>
          <a:fontRef idx="minor">
            <a:schemeClr val="lt1"/>
          </a:fontRef>
        </p:style>
        <p:txBody>
          <a:bodyPr wrap="square" rtlCol="0" anchor="ctr">
            <a:noAutofit/>
          </a:bodyPr>
          <a:lstStyle/>
          <a:p>
            <a:pPr algn="ctr"/>
            <a:endParaRPr lang="en-US"/>
          </a:p>
        </p:txBody>
      </p:sp>
      <p:sp>
        <p:nvSpPr>
          <p:cNvPr id="6" name="TextBox 5">
            <a:extLst>
              <a:ext uri="{FF2B5EF4-FFF2-40B4-BE49-F238E27FC236}">
                <a16:creationId xmlns:a16="http://schemas.microsoft.com/office/drawing/2014/main" id="{04E7CEB7-1F67-E353-46AE-A6B45378F51A}"/>
              </a:ext>
            </a:extLst>
          </p:cNvPr>
          <p:cNvSpPr txBox="1"/>
          <p:nvPr/>
        </p:nvSpPr>
        <p:spPr>
          <a:xfrm>
            <a:off x="1141413" y="609600"/>
            <a:ext cx="9905998" cy="1065451"/>
          </a:xfrm>
          <a:prstGeom prst="rect">
            <a:avLst/>
          </a:prstGeom>
        </p:spPr>
        <p:txBody>
          <a:bodyPr vert="horz" lIns="91440" tIns="45720" rIns="91440" bIns="45720" rtlCol="0" anchor="ctr">
            <a:normAutofit/>
          </a:bodyPr>
          <a:lstStyle/>
          <a:p>
            <a:pPr algn="ctr">
              <a:spcBef>
                <a:spcPct val="0"/>
              </a:spcBef>
              <a:spcAft>
                <a:spcPts val="600"/>
              </a:spcAft>
            </a:pPr>
            <a:r>
              <a:rPr lang="en-US" sz="3200" b="1" cap="all">
                <a:ln w="3175" cmpd="sng">
                  <a:noFill/>
                </a:ln>
                <a:solidFill>
                  <a:srgbClr val="BFBFBF"/>
                </a:soli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rPr>
              <a:t>Tools and Technologies</a:t>
            </a:r>
          </a:p>
        </p:txBody>
      </p:sp>
      <p:sp>
        <p:nvSpPr>
          <p:cNvPr id="5" name="TextBox 4">
            <a:extLst>
              <a:ext uri="{FF2B5EF4-FFF2-40B4-BE49-F238E27FC236}">
                <a16:creationId xmlns:a16="http://schemas.microsoft.com/office/drawing/2014/main" id="{33C97040-4B5B-10BF-D97F-5DD9EFF69BE6}"/>
              </a:ext>
            </a:extLst>
          </p:cNvPr>
          <p:cNvSpPr txBox="1"/>
          <p:nvPr/>
        </p:nvSpPr>
        <p:spPr>
          <a:xfrm>
            <a:off x="1141413" y="2666999"/>
            <a:ext cx="9905998" cy="3124201"/>
          </a:xfrm>
          <a:prstGeom prst="rect">
            <a:avLst/>
          </a:prstGeom>
        </p:spPr>
        <p:txBody>
          <a:bodyPr vert="horz" lIns="91440" tIns="45720" rIns="91440" bIns="45720" rtlCol="0" anchor="ctr">
            <a:normAutofit/>
          </a:bodyPr>
          <a:lstStyle/>
          <a:p>
            <a:pPr indent="-228600">
              <a:lnSpc>
                <a:spcPct val="90000"/>
              </a:lnSpc>
              <a:spcBef>
                <a:spcPct val="20000"/>
              </a:spcBef>
              <a:spcAft>
                <a:spcPts val="600"/>
              </a:spcAft>
              <a:buClr>
                <a:schemeClr val="tx1"/>
              </a:buClr>
              <a:buSzPct val="100000"/>
              <a:buFont typeface="Arial"/>
              <a:buChar char="•"/>
            </a:pPr>
            <a:r>
              <a:rPr lang="en-US"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rPr>
              <a:t>HTML5</a:t>
            </a:r>
          </a:p>
          <a:p>
            <a:pPr indent="-228600">
              <a:lnSpc>
                <a:spcPct val="90000"/>
              </a:lnSpc>
              <a:spcBef>
                <a:spcPct val="20000"/>
              </a:spcBef>
              <a:spcAft>
                <a:spcPts val="600"/>
              </a:spcAft>
              <a:buClr>
                <a:schemeClr val="tx1"/>
              </a:buClr>
              <a:buSzPct val="100000"/>
              <a:buFont typeface="Arial"/>
              <a:buChar char="•"/>
            </a:pPr>
            <a:r>
              <a:rPr lang="en-US"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rPr>
              <a:t>Used for website structure</a:t>
            </a:r>
          </a:p>
          <a:p>
            <a:pPr indent="-228600">
              <a:lnSpc>
                <a:spcPct val="90000"/>
              </a:lnSpc>
              <a:spcBef>
                <a:spcPct val="20000"/>
              </a:spcBef>
              <a:spcAft>
                <a:spcPts val="600"/>
              </a:spcAft>
              <a:buClr>
                <a:schemeClr val="tx1"/>
              </a:buClr>
              <a:buSzPct val="100000"/>
              <a:buFont typeface="Arial"/>
              <a:buChar char="•"/>
            </a:pPr>
            <a:endParaRPr lang="en-US"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endParaRPr>
          </a:p>
          <a:p>
            <a:pPr indent="-228600">
              <a:lnSpc>
                <a:spcPct val="90000"/>
              </a:lnSpc>
              <a:spcBef>
                <a:spcPct val="20000"/>
              </a:spcBef>
              <a:spcAft>
                <a:spcPts val="600"/>
              </a:spcAft>
              <a:buClr>
                <a:schemeClr val="tx1"/>
              </a:buClr>
              <a:buSzPct val="100000"/>
              <a:buFont typeface="Arial"/>
              <a:buChar char="•"/>
            </a:pPr>
            <a:r>
              <a:rPr lang="en-US"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rPr>
              <a:t>CSS</a:t>
            </a:r>
          </a:p>
          <a:p>
            <a:pPr indent="-228600">
              <a:lnSpc>
                <a:spcPct val="90000"/>
              </a:lnSpc>
              <a:spcBef>
                <a:spcPct val="20000"/>
              </a:spcBef>
              <a:spcAft>
                <a:spcPts val="600"/>
              </a:spcAft>
              <a:buClr>
                <a:schemeClr val="tx1"/>
              </a:buClr>
              <a:buSzPct val="100000"/>
              <a:buFont typeface="Arial"/>
              <a:buChar char="•"/>
            </a:pPr>
            <a:r>
              <a:rPr lang="en-US"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rPr>
              <a:t>Used for styling and responsiveness</a:t>
            </a:r>
          </a:p>
          <a:p>
            <a:pPr indent="-228600">
              <a:lnSpc>
                <a:spcPct val="90000"/>
              </a:lnSpc>
              <a:spcBef>
                <a:spcPct val="20000"/>
              </a:spcBef>
              <a:spcAft>
                <a:spcPts val="600"/>
              </a:spcAft>
              <a:buClr>
                <a:schemeClr val="tx1"/>
              </a:buClr>
              <a:buSzPct val="100000"/>
              <a:buFont typeface="Arial"/>
              <a:buChar char="•"/>
            </a:pPr>
            <a:endParaRPr lang="en-US"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endParaRPr>
          </a:p>
          <a:p>
            <a:pPr indent="-228600">
              <a:lnSpc>
                <a:spcPct val="90000"/>
              </a:lnSpc>
              <a:spcBef>
                <a:spcPct val="20000"/>
              </a:spcBef>
              <a:spcAft>
                <a:spcPts val="600"/>
              </a:spcAft>
              <a:buClr>
                <a:schemeClr val="tx1"/>
              </a:buClr>
              <a:buSzPct val="100000"/>
              <a:buFont typeface="Arial"/>
              <a:buChar char="•"/>
            </a:pPr>
            <a:r>
              <a:rPr lang="en-US"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rPr>
              <a:t>JavaScript</a:t>
            </a:r>
          </a:p>
          <a:p>
            <a:pPr indent="-228600">
              <a:lnSpc>
                <a:spcPct val="90000"/>
              </a:lnSpc>
              <a:spcBef>
                <a:spcPct val="20000"/>
              </a:spcBef>
              <a:spcAft>
                <a:spcPts val="600"/>
              </a:spcAft>
              <a:buClr>
                <a:schemeClr val="tx1"/>
              </a:buClr>
              <a:buSzPct val="100000"/>
              <a:buFont typeface="Arial"/>
              <a:buChar char="•"/>
            </a:pPr>
            <a:r>
              <a:rPr lang="en-US"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rPr>
              <a:t>Used for animations and interactivity</a:t>
            </a:r>
          </a:p>
        </p:txBody>
      </p:sp>
    </p:spTree>
    <p:extLst>
      <p:ext uri="{BB962C8B-B14F-4D97-AF65-F5344CB8AC3E}">
        <p14:creationId xmlns:p14="http://schemas.microsoft.com/office/powerpoint/2010/main" val="772872488"/>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E3F83BA-7C10-3294-6C7A-31E2BF3E65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1999" cy="6858000"/>
          </a:xfrm>
          <a:prstGeom prst="rect">
            <a:avLst/>
          </a:prstGeom>
        </p:spPr>
      </p:pic>
    </p:spTree>
    <p:extLst>
      <p:ext uri="{BB962C8B-B14F-4D97-AF65-F5344CB8AC3E}">
        <p14:creationId xmlns:p14="http://schemas.microsoft.com/office/powerpoint/2010/main" val="14970300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64000"/>
                <a:lumMod val="98000"/>
              </a:schemeClr>
            </a:gs>
          </a:gsLst>
          <a:lin ang="5400000" scaled="0"/>
        </a:gradFill>
        <a:effectLst/>
      </p:bgPr>
    </p:bg>
    <p:spTree>
      <p:nvGrpSpPr>
        <p:cNvPr id="1" name="">
          <a:extLst>
            <a:ext uri="{FF2B5EF4-FFF2-40B4-BE49-F238E27FC236}">
              <a16:creationId xmlns:a16="http://schemas.microsoft.com/office/drawing/2014/main" id="{45D5CEA4-5934-6DAB-C91B-1274CA0E7446}"/>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5690F3EE-0CD1-4520-B020-4E1DF3141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EFDE1E9-7FE0-45CA-9DE2-237F77319A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2270840"/>
          </a:xfrm>
          <a:custGeom>
            <a:avLst/>
            <a:gdLst>
              <a:gd name="connsiteX0" fmla="*/ 0 w 12192000"/>
              <a:gd name="connsiteY0" fmla="*/ 0 h 2270840"/>
              <a:gd name="connsiteX1" fmla="*/ 12192000 w 12192000"/>
              <a:gd name="connsiteY1" fmla="*/ 0 h 2270840"/>
              <a:gd name="connsiteX2" fmla="*/ 12192000 w 12192000"/>
              <a:gd name="connsiteY2" fmla="*/ 519831 h 2270840"/>
              <a:gd name="connsiteX3" fmla="*/ 12192000 w 12192000"/>
              <a:gd name="connsiteY3" fmla="*/ 744794 h 2270840"/>
              <a:gd name="connsiteX4" fmla="*/ 12192000 w 12192000"/>
              <a:gd name="connsiteY4" fmla="*/ 1754022 h 2270840"/>
              <a:gd name="connsiteX5" fmla="*/ 11957522 w 12192000"/>
              <a:gd name="connsiteY5" fmla="*/ 1797924 h 2270840"/>
              <a:gd name="connsiteX6" fmla="*/ 11679973 w 12192000"/>
              <a:gd name="connsiteY6" fmla="*/ 1847668 h 2270840"/>
              <a:gd name="connsiteX7" fmla="*/ 11401197 w 12192000"/>
              <a:gd name="connsiteY7" fmla="*/ 1896361 h 2270840"/>
              <a:gd name="connsiteX8" fmla="*/ 11121192 w 12192000"/>
              <a:gd name="connsiteY8" fmla="*/ 1938047 h 2270840"/>
              <a:gd name="connsiteX9" fmla="*/ 10842416 w 12192000"/>
              <a:gd name="connsiteY9" fmla="*/ 1980084 h 2270840"/>
              <a:gd name="connsiteX10" fmla="*/ 10562411 w 12192000"/>
              <a:gd name="connsiteY10" fmla="*/ 2019319 h 2270840"/>
              <a:gd name="connsiteX11" fmla="*/ 10286091 w 12192000"/>
              <a:gd name="connsiteY11" fmla="*/ 2052948 h 2270840"/>
              <a:gd name="connsiteX12" fmla="*/ 10006086 w 12192000"/>
              <a:gd name="connsiteY12" fmla="*/ 2084826 h 2270840"/>
              <a:gd name="connsiteX13" fmla="*/ 9727310 w 12192000"/>
              <a:gd name="connsiteY13" fmla="*/ 2113902 h 2270840"/>
              <a:gd name="connsiteX14" fmla="*/ 9453445 w 12192000"/>
              <a:gd name="connsiteY14" fmla="*/ 2139124 h 2270840"/>
              <a:gd name="connsiteX15" fmla="*/ 9175897 w 12192000"/>
              <a:gd name="connsiteY15" fmla="*/ 2164346 h 2270840"/>
              <a:gd name="connsiteX16" fmla="*/ 8902033 w 12192000"/>
              <a:gd name="connsiteY16" fmla="*/ 2185365 h 2270840"/>
              <a:gd name="connsiteX17" fmla="*/ 8628169 w 12192000"/>
              <a:gd name="connsiteY17" fmla="*/ 2201829 h 2270840"/>
              <a:gd name="connsiteX18" fmla="*/ 8355533 w 12192000"/>
              <a:gd name="connsiteY18" fmla="*/ 2218995 h 2270840"/>
              <a:gd name="connsiteX19" fmla="*/ 8085353 w 12192000"/>
              <a:gd name="connsiteY19" fmla="*/ 2233357 h 2270840"/>
              <a:gd name="connsiteX20" fmla="*/ 7817629 w 12192000"/>
              <a:gd name="connsiteY20" fmla="*/ 2243516 h 2270840"/>
              <a:gd name="connsiteX21" fmla="*/ 7549905 w 12192000"/>
              <a:gd name="connsiteY21" fmla="*/ 2252274 h 2270840"/>
              <a:gd name="connsiteX22" fmla="*/ 7284638 w 12192000"/>
              <a:gd name="connsiteY22" fmla="*/ 2260681 h 2270840"/>
              <a:gd name="connsiteX23" fmla="*/ 7023055 w 12192000"/>
              <a:gd name="connsiteY23" fmla="*/ 2264535 h 2270840"/>
              <a:gd name="connsiteX24" fmla="*/ 6761472 w 12192000"/>
              <a:gd name="connsiteY24" fmla="*/ 2268738 h 2270840"/>
              <a:gd name="connsiteX25" fmla="*/ 6503573 w 12192000"/>
              <a:gd name="connsiteY25" fmla="*/ 2270840 h 2270840"/>
              <a:gd name="connsiteX26" fmla="*/ 6248130 w 12192000"/>
              <a:gd name="connsiteY26" fmla="*/ 2268738 h 2270840"/>
              <a:gd name="connsiteX27" fmla="*/ 5995144 w 12192000"/>
              <a:gd name="connsiteY27" fmla="*/ 2268738 h 2270840"/>
              <a:gd name="connsiteX28" fmla="*/ 5744613 w 12192000"/>
              <a:gd name="connsiteY28" fmla="*/ 2264535 h 2270840"/>
              <a:gd name="connsiteX29" fmla="*/ 5498995 w 12192000"/>
              <a:gd name="connsiteY29" fmla="*/ 2258229 h 2270840"/>
              <a:gd name="connsiteX30" fmla="*/ 5255834 w 12192000"/>
              <a:gd name="connsiteY30" fmla="*/ 2252274 h 2270840"/>
              <a:gd name="connsiteX31" fmla="*/ 5017584 w 12192000"/>
              <a:gd name="connsiteY31" fmla="*/ 2245618 h 2270840"/>
              <a:gd name="connsiteX32" fmla="*/ 4780562 w 12192000"/>
              <a:gd name="connsiteY32" fmla="*/ 2235459 h 2270840"/>
              <a:gd name="connsiteX33" fmla="*/ 4547227 w 12192000"/>
              <a:gd name="connsiteY33" fmla="*/ 2224599 h 2270840"/>
              <a:gd name="connsiteX34" fmla="*/ 4318800 w 12192000"/>
              <a:gd name="connsiteY34" fmla="*/ 2214791 h 2270840"/>
              <a:gd name="connsiteX35" fmla="*/ 3873004 w 12192000"/>
              <a:gd name="connsiteY35" fmla="*/ 2187116 h 2270840"/>
              <a:gd name="connsiteX36" fmla="*/ 3445628 w 12192000"/>
              <a:gd name="connsiteY36" fmla="*/ 2157691 h 2270840"/>
              <a:gd name="connsiteX37" fmla="*/ 3035446 w 12192000"/>
              <a:gd name="connsiteY37" fmla="*/ 2126863 h 2270840"/>
              <a:gd name="connsiteX38" fmla="*/ 2647370 w 12192000"/>
              <a:gd name="connsiteY38" fmla="*/ 2092884 h 2270840"/>
              <a:gd name="connsiteX39" fmla="*/ 2276487 w 12192000"/>
              <a:gd name="connsiteY39" fmla="*/ 2057502 h 2270840"/>
              <a:gd name="connsiteX40" fmla="*/ 1932621 w 12192000"/>
              <a:gd name="connsiteY40" fmla="*/ 2019319 h 2270840"/>
              <a:gd name="connsiteX41" fmla="*/ 1609634 w 12192000"/>
              <a:gd name="connsiteY41" fmla="*/ 1981836 h 2270840"/>
              <a:gd name="connsiteX42" fmla="*/ 1312435 w 12192000"/>
              <a:gd name="connsiteY42" fmla="*/ 1944353 h 2270840"/>
              <a:gd name="connsiteX43" fmla="*/ 1039799 w 12192000"/>
              <a:gd name="connsiteY43" fmla="*/ 1908972 h 2270840"/>
              <a:gd name="connsiteX44" fmla="*/ 797865 w 12192000"/>
              <a:gd name="connsiteY44" fmla="*/ 1875342 h 2270840"/>
              <a:gd name="connsiteX45" fmla="*/ 579265 w 12192000"/>
              <a:gd name="connsiteY45" fmla="*/ 1843464 h 2270840"/>
              <a:gd name="connsiteX46" fmla="*/ 395052 w 12192000"/>
              <a:gd name="connsiteY46" fmla="*/ 1816841 h 2270840"/>
              <a:gd name="connsiteX47" fmla="*/ 240312 w 12192000"/>
              <a:gd name="connsiteY47" fmla="*/ 1791618 h 2270840"/>
              <a:gd name="connsiteX48" fmla="*/ 27853 w 12192000"/>
              <a:gd name="connsiteY48" fmla="*/ 1755537 h 2270840"/>
              <a:gd name="connsiteX49" fmla="*/ 0 w 12192000"/>
              <a:gd name="connsiteY49" fmla="*/ 1750824 h 2270840"/>
              <a:gd name="connsiteX50" fmla="*/ 0 w 12192000"/>
              <a:gd name="connsiteY50" fmla="*/ 744794 h 2270840"/>
              <a:gd name="connsiteX51" fmla="*/ 0 w 12192000"/>
              <a:gd name="connsiteY51" fmla="*/ 519831 h 2270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000" h="2270840">
                <a:moveTo>
                  <a:pt x="0" y="0"/>
                </a:moveTo>
                <a:lnTo>
                  <a:pt x="12192000" y="0"/>
                </a:lnTo>
                <a:lnTo>
                  <a:pt x="12192000" y="519831"/>
                </a:lnTo>
                <a:lnTo>
                  <a:pt x="12192000" y="744794"/>
                </a:lnTo>
                <a:lnTo>
                  <a:pt x="12192000" y="1754022"/>
                </a:lnTo>
                <a:lnTo>
                  <a:pt x="11957522" y="1797924"/>
                </a:lnTo>
                <a:lnTo>
                  <a:pt x="11679973" y="1847668"/>
                </a:lnTo>
                <a:lnTo>
                  <a:pt x="11401197" y="1896361"/>
                </a:lnTo>
                <a:lnTo>
                  <a:pt x="11121192" y="1938047"/>
                </a:lnTo>
                <a:lnTo>
                  <a:pt x="10842416" y="1980084"/>
                </a:lnTo>
                <a:lnTo>
                  <a:pt x="10562411" y="2019319"/>
                </a:lnTo>
                <a:lnTo>
                  <a:pt x="10286091" y="2052948"/>
                </a:lnTo>
                <a:lnTo>
                  <a:pt x="10006086" y="2084826"/>
                </a:lnTo>
                <a:lnTo>
                  <a:pt x="9727310" y="2113902"/>
                </a:lnTo>
                <a:lnTo>
                  <a:pt x="9453445" y="2139124"/>
                </a:lnTo>
                <a:lnTo>
                  <a:pt x="9175897" y="2164346"/>
                </a:lnTo>
                <a:lnTo>
                  <a:pt x="8902033" y="2185365"/>
                </a:lnTo>
                <a:lnTo>
                  <a:pt x="8628169" y="2201829"/>
                </a:lnTo>
                <a:lnTo>
                  <a:pt x="8355533" y="2218995"/>
                </a:lnTo>
                <a:lnTo>
                  <a:pt x="8085353" y="2233357"/>
                </a:lnTo>
                <a:lnTo>
                  <a:pt x="7817629" y="2243516"/>
                </a:lnTo>
                <a:lnTo>
                  <a:pt x="7549905" y="2252274"/>
                </a:lnTo>
                <a:lnTo>
                  <a:pt x="7284638" y="2260681"/>
                </a:lnTo>
                <a:lnTo>
                  <a:pt x="7023055" y="2264535"/>
                </a:lnTo>
                <a:lnTo>
                  <a:pt x="6761472" y="2268738"/>
                </a:lnTo>
                <a:lnTo>
                  <a:pt x="6503573" y="2270840"/>
                </a:lnTo>
                <a:lnTo>
                  <a:pt x="6248130" y="2268738"/>
                </a:lnTo>
                <a:lnTo>
                  <a:pt x="5995144" y="2268738"/>
                </a:lnTo>
                <a:lnTo>
                  <a:pt x="5744613" y="2264535"/>
                </a:lnTo>
                <a:lnTo>
                  <a:pt x="5498995" y="2258229"/>
                </a:lnTo>
                <a:lnTo>
                  <a:pt x="5255834" y="2252274"/>
                </a:lnTo>
                <a:lnTo>
                  <a:pt x="5017584" y="2245618"/>
                </a:lnTo>
                <a:lnTo>
                  <a:pt x="4780562" y="2235459"/>
                </a:lnTo>
                <a:lnTo>
                  <a:pt x="4547227" y="2224599"/>
                </a:lnTo>
                <a:lnTo>
                  <a:pt x="4318800" y="2214791"/>
                </a:lnTo>
                <a:lnTo>
                  <a:pt x="3873004" y="2187116"/>
                </a:lnTo>
                <a:lnTo>
                  <a:pt x="3445628" y="2157691"/>
                </a:lnTo>
                <a:lnTo>
                  <a:pt x="3035446" y="2126863"/>
                </a:lnTo>
                <a:lnTo>
                  <a:pt x="2647370" y="2092884"/>
                </a:lnTo>
                <a:lnTo>
                  <a:pt x="2276487" y="2057502"/>
                </a:lnTo>
                <a:lnTo>
                  <a:pt x="1932621" y="2019319"/>
                </a:lnTo>
                <a:lnTo>
                  <a:pt x="1609634" y="1981836"/>
                </a:lnTo>
                <a:lnTo>
                  <a:pt x="1312435" y="1944353"/>
                </a:lnTo>
                <a:lnTo>
                  <a:pt x="1039799" y="1908972"/>
                </a:lnTo>
                <a:lnTo>
                  <a:pt x="797865" y="1875342"/>
                </a:lnTo>
                <a:lnTo>
                  <a:pt x="579265" y="1843464"/>
                </a:lnTo>
                <a:lnTo>
                  <a:pt x="395052" y="1816841"/>
                </a:lnTo>
                <a:lnTo>
                  <a:pt x="240312" y="1791618"/>
                </a:lnTo>
                <a:lnTo>
                  <a:pt x="27853" y="1755537"/>
                </a:lnTo>
                <a:lnTo>
                  <a:pt x="0" y="1750824"/>
                </a:lnTo>
                <a:lnTo>
                  <a:pt x="0" y="744794"/>
                </a:lnTo>
                <a:lnTo>
                  <a:pt x="0" y="519831"/>
                </a:lnTo>
                <a:close/>
              </a:path>
            </a:pathLst>
          </a:custGeom>
          <a:ln w="44450">
            <a:gradFill>
              <a:gsLst>
                <a:gs pos="0">
                  <a:schemeClr val="bg2">
                    <a:alpha val="65000"/>
                  </a:schemeClr>
                </a:gs>
                <a:gs pos="98000">
                  <a:schemeClr val="bg2">
                    <a:lumMod val="75000"/>
                    <a:alpha val="55000"/>
                  </a:schemeClr>
                </a:gs>
              </a:gsLst>
              <a:lin ang="5400000" scaled="1"/>
            </a:gradFill>
          </a:ln>
          <a:effectLst>
            <a:outerShdw blurRad="50800" dist="38100" dir="5400000" algn="t" rotWithShape="0">
              <a:prstClr val="black">
                <a:alpha val="50000"/>
              </a:prstClr>
            </a:outerShdw>
          </a:effectLst>
        </p:spPr>
        <p:style>
          <a:lnRef idx="2">
            <a:schemeClr val="accent1">
              <a:shade val="50000"/>
            </a:schemeClr>
          </a:lnRef>
          <a:fillRef idx="1003">
            <a:schemeClr val="dk1"/>
          </a:fillRef>
          <a:effectRef idx="0">
            <a:schemeClr val="accent1"/>
          </a:effectRef>
          <a:fontRef idx="minor">
            <a:schemeClr val="lt1"/>
          </a:fontRef>
        </p:style>
        <p:txBody>
          <a:bodyPr wrap="square" rtlCol="0" anchor="ctr">
            <a:noAutofit/>
          </a:bodyPr>
          <a:lstStyle/>
          <a:p>
            <a:pPr algn="ctr"/>
            <a:endParaRPr lang="en-US"/>
          </a:p>
        </p:txBody>
      </p:sp>
      <p:sp>
        <p:nvSpPr>
          <p:cNvPr id="7" name="TextBox 6">
            <a:extLst>
              <a:ext uri="{FF2B5EF4-FFF2-40B4-BE49-F238E27FC236}">
                <a16:creationId xmlns:a16="http://schemas.microsoft.com/office/drawing/2014/main" id="{5B9855B3-41F6-6B28-980D-525C6A281AE3}"/>
              </a:ext>
            </a:extLst>
          </p:cNvPr>
          <p:cNvSpPr txBox="1"/>
          <p:nvPr/>
        </p:nvSpPr>
        <p:spPr>
          <a:xfrm>
            <a:off x="1141413" y="609600"/>
            <a:ext cx="9905998" cy="1065451"/>
          </a:xfrm>
          <a:prstGeom prst="rect">
            <a:avLst/>
          </a:prstGeom>
        </p:spPr>
        <p:txBody>
          <a:bodyPr vert="horz" lIns="91440" tIns="45720" rIns="91440" bIns="45720" rtlCol="0" anchor="ctr">
            <a:normAutofit/>
          </a:bodyPr>
          <a:lstStyle/>
          <a:p>
            <a:pPr algn="ctr">
              <a:spcBef>
                <a:spcPct val="0"/>
              </a:spcBef>
              <a:spcAft>
                <a:spcPts val="600"/>
              </a:spcAft>
            </a:pPr>
            <a:r>
              <a:rPr lang="en-US" sz="3200" b="1" cap="all">
                <a:ln w="3175" cmpd="sng">
                  <a:noFill/>
                </a:ln>
                <a:solidFill>
                  <a:srgbClr val="BFBFBF"/>
                </a:soli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rPr>
              <a:t>Design and User Experience</a:t>
            </a:r>
          </a:p>
        </p:txBody>
      </p:sp>
      <p:sp>
        <p:nvSpPr>
          <p:cNvPr id="3" name="TextBox 2">
            <a:extLst>
              <a:ext uri="{FF2B5EF4-FFF2-40B4-BE49-F238E27FC236}">
                <a16:creationId xmlns:a16="http://schemas.microsoft.com/office/drawing/2014/main" id="{3CDEE572-6553-1822-DB8A-E95FB371D02D}"/>
              </a:ext>
            </a:extLst>
          </p:cNvPr>
          <p:cNvSpPr txBox="1"/>
          <p:nvPr/>
        </p:nvSpPr>
        <p:spPr>
          <a:xfrm>
            <a:off x="1141413" y="2666999"/>
            <a:ext cx="9905998" cy="3124201"/>
          </a:xfrm>
          <a:prstGeom prst="rect">
            <a:avLst/>
          </a:prstGeom>
        </p:spPr>
        <p:txBody>
          <a:bodyPr vert="horz" lIns="91440" tIns="45720" rIns="91440" bIns="45720" rtlCol="0" anchor="ctr">
            <a:normAutofit/>
          </a:bodyPr>
          <a:lstStyle/>
          <a:p>
            <a:pPr indent="-228600">
              <a:lnSpc>
                <a:spcPct val="90000"/>
              </a:lnSpc>
              <a:spcBef>
                <a:spcPct val="20000"/>
              </a:spcBef>
              <a:spcAft>
                <a:spcPts val="600"/>
              </a:spcAft>
              <a:buClr>
                <a:schemeClr val="tx1"/>
              </a:buClr>
              <a:buSzPct val="100000"/>
              <a:buFont typeface="Arial"/>
              <a:buChar char="•"/>
            </a:pPr>
            <a:r>
              <a:rPr lang="en-US" sz="11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rPr>
              <a:t>The website was designed with a modern and professional aesthetic to reflect the innovative nature of Pop-in-Solutions as a DevSecOps-driven IT solutions provider.</a:t>
            </a:r>
          </a:p>
          <a:p>
            <a:pPr indent="-228600">
              <a:lnSpc>
                <a:spcPct val="90000"/>
              </a:lnSpc>
              <a:spcBef>
                <a:spcPct val="20000"/>
              </a:spcBef>
              <a:spcAft>
                <a:spcPts val="600"/>
              </a:spcAft>
              <a:buClr>
                <a:schemeClr val="tx1"/>
              </a:buClr>
              <a:buSzPct val="100000"/>
              <a:buFont typeface="Arial"/>
              <a:buChar char="•"/>
            </a:pPr>
            <a:endParaRPr lang="en-US" sz="11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endParaRPr>
          </a:p>
          <a:p>
            <a:pPr indent="-228600">
              <a:lnSpc>
                <a:spcPct val="90000"/>
              </a:lnSpc>
              <a:spcBef>
                <a:spcPct val="20000"/>
              </a:spcBef>
              <a:spcAft>
                <a:spcPts val="600"/>
              </a:spcAft>
              <a:buClr>
                <a:schemeClr val="tx1"/>
              </a:buClr>
              <a:buSzPct val="100000"/>
              <a:buFont typeface="Arial"/>
              <a:buChar char="•"/>
            </a:pPr>
            <a:r>
              <a:rPr lang="en-US" sz="11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rPr>
              <a:t>A clean and structured layout was used to ensure that users can easily navigate between pages and access important information without confusion. Consistent spacing, typography, and colour usage were applied throughout the website to create a visually balanced and user-friendly experience.</a:t>
            </a:r>
          </a:p>
          <a:p>
            <a:pPr indent="-228600">
              <a:lnSpc>
                <a:spcPct val="90000"/>
              </a:lnSpc>
              <a:spcBef>
                <a:spcPct val="20000"/>
              </a:spcBef>
              <a:spcAft>
                <a:spcPts val="600"/>
              </a:spcAft>
              <a:buClr>
                <a:schemeClr val="tx1"/>
              </a:buClr>
              <a:buSzPct val="100000"/>
              <a:buFont typeface="Arial"/>
              <a:buChar char="•"/>
            </a:pPr>
            <a:endParaRPr lang="en-US" sz="11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endParaRPr>
          </a:p>
          <a:p>
            <a:pPr indent="-228600">
              <a:lnSpc>
                <a:spcPct val="90000"/>
              </a:lnSpc>
              <a:spcBef>
                <a:spcPct val="20000"/>
              </a:spcBef>
              <a:spcAft>
                <a:spcPts val="600"/>
              </a:spcAft>
              <a:buClr>
                <a:schemeClr val="tx1"/>
              </a:buClr>
              <a:buSzPct val="100000"/>
              <a:buFont typeface="Arial"/>
              <a:buChar char="•"/>
            </a:pPr>
            <a:r>
              <a:rPr lang="en-US" sz="11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rPr>
              <a:t>The colour palette was carefully selected to create a professional technology-focused appearance while maintaining readability and visual contrast. Accent colours were used strategically to highlight important buttons, headings, and interactive elements.</a:t>
            </a:r>
          </a:p>
          <a:p>
            <a:pPr indent="-228600">
              <a:lnSpc>
                <a:spcPct val="90000"/>
              </a:lnSpc>
              <a:spcBef>
                <a:spcPct val="20000"/>
              </a:spcBef>
              <a:spcAft>
                <a:spcPts val="600"/>
              </a:spcAft>
              <a:buClr>
                <a:schemeClr val="tx1"/>
              </a:buClr>
              <a:buSzPct val="100000"/>
              <a:buFont typeface="Arial"/>
              <a:buChar char="•"/>
            </a:pPr>
            <a:endParaRPr lang="en-US" sz="11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endParaRPr>
          </a:p>
          <a:p>
            <a:pPr indent="-228600">
              <a:lnSpc>
                <a:spcPct val="90000"/>
              </a:lnSpc>
              <a:spcBef>
                <a:spcPct val="20000"/>
              </a:spcBef>
              <a:spcAft>
                <a:spcPts val="600"/>
              </a:spcAft>
              <a:buClr>
                <a:schemeClr val="tx1"/>
              </a:buClr>
              <a:buSzPct val="100000"/>
              <a:buFont typeface="Arial"/>
              <a:buChar char="•"/>
            </a:pPr>
            <a:r>
              <a:rPr lang="en-US" sz="11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rPr>
              <a:t>The website was also designed with responsiveness in mind, ensuring that the layout adapts smoothly across desktop, tablet, and mobile devices. Interactive elements and animations were included to create a more engaging browsing experience while maintaining simplicity and ease of use.</a:t>
            </a:r>
          </a:p>
          <a:p>
            <a:pPr indent="-228600">
              <a:lnSpc>
                <a:spcPct val="90000"/>
              </a:lnSpc>
              <a:spcBef>
                <a:spcPct val="20000"/>
              </a:spcBef>
              <a:spcAft>
                <a:spcPts val="600"/>
              </a:spcAft>
              <a:buClr>
                <a:schemeClr val="tx1"/>
              </a:buClr>
              <a:buSzPct val="100000"/>
              <a:buFont typeface="Arial"/>
              <a:buChar char="•"/>
            </a:pPr>
            <a:endParaRPr lang="en-US" sz="11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endParaRPr>
          </a:p>
          <a:p>
            <a:pPr indent="-228600">
              <a:lnSpc>
                <a:spcPct val="90000"/>
              </a:lnSpc>
              <a:spcBef>
                <a:spcPct val="20000"/>
              </a:spcBef>
              <a:spcAft>
                <a:spcPts val="600"/>
              </a:spcAft>
              <a:buClr>
                <a:schemeClr val="tx1"/>
              </a:buClr>
              <a:buSzPct val="100000"/>
              <a:buFont typeface="Arial"/>
              <a:buChar char="•"/>
            </a:pPr>
            <a:r>
              <a:rPr lang="en-US" sz="11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rPr>
              <a:t>Overall, the design approach focused on clarity, accessibility, responsiveness, and professional presentation to provide users with a seamless and intuitive experience.</a:t>
            </a:r>
          </a:p>
        </p:txBody>
      </p:sp>
      <p:sp>
        <p:nvSpPr>
          <p:cNvPr id="5" name="TextBox 4">
            <a:extLst>
              <a:ext uri="{FF2B5EF4-FFF2-40B4-BE49-F238E27FC236}">
                <a16:creationId xmlns:a16="http://schemas.microsoft.com/office/drawing/2014/main" id="{2F3E4F03-BDB7-176C-535E-FAC2C50ED6F9}"/>
              </a:ext>
            </a:extLst>
          </p:cNvPr>
          <p:cNvSpPr txBox="1"/>
          <p:nvPr/>
        </p:nvSpPr>
        <p:spPr>
          <a:xfrm>
            <a:off x="1392667" y="2398957"/>
            <a:ext cx="9406666" cy="3526144"/>
          </a:xfrm>
          <a:prstGeom prst="rect">
            <a:avLst/>
          </a:prstGeom>
        </p:spPr>
        <p:txBody>
          <a:bodyPr vert="horz" lIns="91440" tIns="45720" rIns="91440" bIns="45720" rtlCol="0">
            <a:normAutofit/>
          </a:bodyPr>
          <a:lstStyle/>
          <a:p>
            <a:pPr marR="0" lvl="0" algn="l" defTabSz="914400" rtl="0" eaLnBrk="1" fontAlgn="auto" latinLnBrk="0" hangingPunct="1">
              <a:lnSpc>
                <a:spcPct val="90000"/>
              </a:lnSpc>
              <a:spcBef>
                <a:spcPts val="0"/>
              </a:spcBef>
              <a:spcAft>
                <a:spcPts val="600"/>
              </a:spcAft>
              <a:buClrTx/>
              <a:buSzTx/>
              <a:tabLst/>
              <a:defRPr/>
            </a:pPr>
            <a:endParaRPr kumimoji="0" lang="en-US" sz="20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69542058"/>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6902432-A730-B48E-7F22-D620DDBA5DEE}"/>
              </a:ext>
            </a:extLst>
          </p:cNvPr>
          <p:cNvPicPr>
            <a:picLocks noChangeAspect="1"/>
          </p:cNvPicPr>
          <p:nvPr/>
        </p:nvPicPr>
        <p:blipFill>
          <a:blip r:embed="rId3">
            <a:extLst>
              <a:ext uri="{28A0092B-C50C-407E-A947-70E740481C1C}">
                <a14:useLocalDpi xmlns:a14="http://schemas.microsoft.com/office/drawing/2010/main" val="0"/>
              </a:ext>
            </a:extLst>
          </a:blip>
          <a:srcRect l="11924" r="6742" b="-1"/>
          <a:stretch>
            <a:fillRect/>
          </a:stretch>
        </p:blipFill>
        <p:spPr>
          <a:xfrm>
            <a:off x="20" y="10"/>
            <a:ext cx="12191980" cy="6857990"/>
          </a:xfrm>
          <a:prstGeom prst="rect">
            <a:avLst/>
          </a:prstGeom>
        </p:spPr>
      </p:pic>
    </p:spTree>
    <p:extLst>
      <p:ext uri="{BB962C8B-B14F-4D97-AF65-F5344CB8AC3E}">
        <p14:creationId xmlns:p14="http://schemas.microsoft.com/office/powerpoint/2010/main" val="42634751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64000"/>
                <a:lumMod val="98000"/>
              </a:schemeClr>
            </a:gs>
          </a:gsLst>
          <a:lin ang="5400000" scaled="0"/>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690F3EE-0CD1-4520-B020-4E1DF3141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9EFDE1E9-7FE0-45CA-9DE2-237F77319A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2270840"/>
          </a:xfrm>
          <a:custGeom>
            <a:avLst/>
            <a:gdLst>
              <a:gd name="connsiteX0" fmla="*/ 0 w 12192000"/>
              <a:gd name="connsiteY0" fmla="*/ 0 h 2270840"/>
              <a:gd name="connsiteX1" fmla="*/ 12192000 w 12192000"/>
              <a:gd name="connsiteY1" fmla="*/ 0 h 2270840"/>
              <a:gd name="connsiteX2" fmla="*/ 12192000 w 12192000"/>
              <a:gd name="connsiteY2" fmla="*/ 519831 h 2270840"/>
              <a:gd name="connsiteX3" fmla="*/ 12192000 w 12192000"/>
              <a:gd name="connsiteY3" fmla="*/ 744794 h 2270840"/>
              <a:gd name="connsiteX4" fmla="*/ 12192000 w 12192000"/>
              <a:gd name="connsiteY4" fmla="*/ 1754022 h 2270840"/>
              <a:gd name="connsiteX5" fmla="*/ 11957522 w 12192000"/>
              <a:gd name="connsiteY5" fmla="*/ 1797924 h 2270840"/>
              <a:gd name="connsiteX6" fmla="*/ 11679973 w 12192000"/>
              <a:gd name="connsiteY6" fmla="*/ 1847668 h 2270840"/>
              <a:gd name="connsiteX7" fmla="*/ 11401197 w 12192000"/>
              <a:gd name="connsiteY7" fmla="*/ 1896361 h 2270840"/>
              <a:gd name="connsiteX8" fmla="*/ 11121192 w 12192000"/>
              <a:gd name="connsiteY8" fmla="*/ 1938047 h 2270840"/>
              <a:gd name="connsiteX9" fmla="*/ 10842416 w 12192000"/>
              <a:gd name="connsiteY9" fmla="*/ 1980084 h 2270840"/>
              <a:gd name="connsiteX10" fmla="*/ 10562411 w 12192000"/>
              <a:gd name="connsiteY10" fmla="*/ 2019319 h 2270840"/>
              <a:gd name="connsiteX11" fmla="*/ 10286091 w 12192000"/>
              <a:gd name="connsiteY11" fmla="*/ 2052948 h 2270840"/>
              <a:gd name="connsiteX12" fmla="*/ 10006086 w 12192000"/>
              <a:gd name="connsiteY12" fmla="*/ 2084826 h 2270840"/>
              <a:gd name="connsiteX13" fmla="*/ 9727310 w 12192000"/>
              <a:gd name="connsiteY13" fmla="*/ 2113902 h 2270840"/>
              <a:gd name="connsiteX14" fmla="*/ 9453445 w 12192000"/>
              <a:gd name="connsiteY14" fmla="*/ 2139124 h 2270840"/>
              <a:gd name="connsiteX15" fmla="*/ 9175897 w 12192000"/>
              <a:gd name="connsiteY15" fmla="*/ 2164346 h 2270840"/>
              <a:gd name="connsiteX16" fmla="*/ 8902033 w 12192000"/>
              <a:gd name="connsiteY16" fmla="*/ 2185365 h 2270840"/>
              <a:gd name="connsiteX17" fmla="*/ 8628169 w 12192000"/>
              <a:gd name="connsiteY17" fmla="*/ 2201829 h 2270840"/>
              <a:gd name="connsiteX18" fmla="*/ 8355533 w 12192000"/>
              <a:gd name="connsiteY18" fmla="*/ 2218995 h 2270840"/>
              <a:gd name="connsiteX19" fmla="*/ 8085353 w 12192000"/>
              <a:gd name="connsiteY19" fmla="*/ 2233357 h 2270840"/>
              <a:gd name="connsiteX20" fmla="*/ 7817629 w 12192000"/>
              <a:gd name="connsiteY20" fmla="*/ 2243516 h 2270840"/>
              <a:gd name="connsiteX21" fmla="*/ 7549905 w 12192000"/>
              <a:gd name="connsiteY21" fmla="*/ 2252274 h 2270840"/>
              <a:gd name="connsiteX22" fmla="*/ 7284638 w 12192000"/>
              <a:gd name="connsiteY22" fmla="*/ 2260681 h 2270840"/>
              <a:gd name="connsiteX23" fmla="*/ 7023055 w 12192000"/>
              <a:gd name="connsiteY23" fmla="*/ 2264535 h 2270840"/>
              <a:gd name="connsiteX24" fmla="*/ 6761472 w 12192000"/>
              <a:gd name="connsiteY24" fmla="*/ 2268738 h 2270840"/>
              <a:gd name="connsiteX25" fmla="*/ 6503573 w 12192000"/>
              <a:gd name="connsiteY25" fmla="*/ 2270840 h 2270840"/>
              <a:gd name="connsiteX26" fmla="*/ 6248130 w 12192000"/>
              <a:gd name="connsiteY26" fmla="*/ 2268738 h 2270840"/>
              <a:gd name="connsiteX27" fmla="*/ 5995144 w 12192000"/>
              <a:gd name="connsiteY27" fmla="*/ 2268738 h 2270840"/>
              <a:gd name="connsiteX28" fmla="*/ 5744613 w 12192000"/>
              <a:gd name="connsiteY28" fmla="*/ 2264535 h 2270840"/>
              <a:gd name="connsiteX29" fmla="*/ 5498995 w 12192000"/>
              <a:gd name="connsiteY29" fmla="*/ 2258229 h 2270840"/>
              <a:gd name="connsiteX30" fmla="*/ 5255834 w 12192000"/>
              <a:gd name="connsiteY30" fmla="*/ 2252274 h 2270840"/>
              <a:gd name="connsiteX31" fmla="*/ 5017584 w 12192000"/>
              <a:gd name="connsiteY31" fmla="*/ 2245618 h 2270840"/>
              <a:gd name="connsiteX32" fmla="*/ 4780562 w 12192000"/>
              <a:gd name="connsiteY32" fmla="*/ 2235459 h 2270840"/>
              <a:gd name="connsiteX33" fmla="*/ 4547227 w 12192000"/>
              <a:gd name="connsiteY33" fmla="*/ 2224599 h 2270840"/>
              <a:gd name="connsiteX34" fmla="*/ 4318800 w 12192000"/>
              <a:gd name="connsiteY34" fmla="*/ 2214791 h 2270840"/>
              <a:gd name="connsiteX35" fmla="*/ 3873004 w 12192000"/>
              <a:gd name="connsiteY35" fmla="*/ 2187116 h 2270840"/>
              <a:gd name="connsiteX36" fmla="*/ 3445628 w 12192000"/>
              <a:gd name="connsiteY36" fmla="*/ 2157691 h 2270840"/>
              <a:gd name="connsiteX37" fmla="*/ 3035446 w 12192000"/>
              <a:gd name="connsiteY37" fmla="*/ 2126863 h 2270840"/>
              <a:gd name="connsiteX38" fmla="*/ 2647370 w 12192000"/>
              <a:gd name="connsiteY38" fmla="*/ 2092884 h 2270840"/>
              <a:gd name="connsiteX39" fmla="*/ 2276487 w 12192000"/>
              <a:gd name="connsiteY39" fmla="*/ 2057502 h 2270840"/>
              <a:gd name="connsiteX40" fmla="*/ 1932621 w 12192000"/>
              <a:gd name="connsiteY40" fmla="*/ 2019319 h 2270840"/>
              <a:gd name="connsiteX41" fmla="*/ 1609634 w 12192000"/>
              <a:gd name="connsiteY41" fmla="*/ 1981836 h 2270840"/>
              <a:gd name="connsiteX42" fmla="*/ 1312435 w 12192000"/>
              <a:gd name="connsiteY42" fmla="*/ 1944353 h 2270840"/>
              <a:gd name="connsiteX43" fmla="*/ 1039799 w 12192000"/>
              <a:gd name="connsiteY43" fmla="*/ 1908972 h 2270840"/>
              <a:gd name="connsiteX44" fmla="*/ 797865 w 12192000"/>
              <a:gd name="connsiteY44" fmla="*/ 1875342 h 2270840"/>
              <a:gd name="connsiteX45" fmla="*/ 579265 w 12192000"/>
              <a:gd name="connsiteY45" fmla="*/ 1843464 h 2270840"/>
              <a:gd name="connsiteX46" fmla="*/ 395052 w 12192000"/>
              <a:gd name="connsiteY46" fmla="*/ 1816841 h 2270840"/>
              <a:gd name="connsiteX47" fmla="*/ 240312 w 12192000"/>
              <a:gd name="connsiteY47" fmla="*/ 1791618 h 2270840"/>
              <a:gd name="connsiteX48" fmla="*/ 27853 w 12192000"/>
              <a:gd name="connsiteY48" fmla="*/ 1755537 h 2270840"/>
              <a:gd name="connsiteX49" fmla="*/ 0 w 12192000"/>
              <a:gd name="connsiteY49" fmla="*/ 1750824 h 2270840"/>
              <a:gd name="connsiteX50" fmla="*/ 0 w 12192000"/>
              <a:gd name="connsiteY50" fmla="*/ 744794 h 2270840"/>
              <a:gd name="connsiteX51" fmla="*/ 0 w 12192000"/>
              <a:gd name="connsiteY51" fmla="*/ 519831 h 2270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000" h="2270840">
                <a:moveTo>
                  <a:pt x="0" y="0"/>
                </a:moveTo>
                <a:lnTo>
                  <a:pt x="12192000" y="0"/>
                </a:lnTo>
                <a:lnTo>
                  <a:pt x="12192000" y="519831"/>
                </a:lnTo>
                <a:lnTo>
                  <a:pt x="12192000" y="744794"/>
                </a:lnTo>
                <a:lnTo>
                  <a:pt x="12192000" y="1754022"/>
                </a:lnTo>
                <a:lnTo>
                  <a:pt x="11957522" y="1797924"/>
                </a:lnTo>
                <a:lnTo>
                  <a:pt x="11679973" y="1847668"/>
                </a:lnTo>
                <a:lnTo>
                  <a:pt x="11401197" y="1896361"/>
                </a:lnTo>
                <a:lnTo>
                  <a:pt x="11121192" y="1938047"/>
                </a:lnTo>
                <a:lnTo>
                  <a:pt x="10842416" y="1980084"/>
                </a:lnTo>
                <a:lnTo>
                  <a:pt x="10562411" y="2019319"/>
                </a:lnTo>
                <a:lnTo>
                  <a:pt x="10286091" y="2052948"/>
                </a:lnTo>
                <a:lnTo>
                  <a:pt x="10006086" y="2084826"/>
                </a:lnTo>
                <a:lnTo>
                  <a:pt x="9727310" y="2113902"/>
                </a:lnTo>
                <a:lnTo>
                  <a:pt x="9453445" y="2139124"/>
                </a:lnTo>
                <a:lnTo>
                  <a:pt x="9175897" y="2164346"/>
                </a:lnTo>
                <a:lnTo>
                  <a:pt x="8902033" y="2185365"/>
                </a:lnTo>
                <a:lnTo>
                  <a:pt x="8628169" y="2201829"/>
                </a:lnTo>
                <a:lnTo>
                  <a:pt x="8355533" y="2218995"/>
                </a:lnTo>
                <a:lnTo>
                  <a:pt x="8085353" y="2233357"/>
                </a:lnTo>
                <a:lnTo>
                  <a:pt x="7817629" y="2243516"/>
                </a:lnTo>
                <a:lnTo>
                  <a:pt x="7549905" y="2252274"/>
                </a:lnTo>
                <a:lnTo>
                  <a:pt x="7284638" y="2260681"/>
                </a:lnTo>
                <a:lnTo>
                  <a:pt x="7023055" y="2264535"/>
                </a:lnTo>
                <a:lnTo>
                  <a:pt x="6761472" y="2268738"/>
                </a:lnTo>
                <a:lnTo>
                  <a:pt x="6503573" y="2270840"/>
                </a:lnTo>
                <a:lnTo>
                  <a:pt x="6248130" y="2268738"/>
                </a:lnTo>
                <a:lnTo>
                  <a:pt x="5995144" y="2268738"/>
                </a:lnTo>
                <a:lnTo>
                  <a:pt x="5744613" y="2264535"/>
                </a:lnTo>
                <a:lnTo>
                  <a:pt x="5498995" y="2258229"/>
                </a:lnTo>
                <a:lnTo>
                  <a:pt x="5255834" y="2252274"/>
                </a:lnTo>
                <a:lnTo>
                  <a:pt x="5017584" y="2245618"/>
                </a:lnTo>
                <a:lnTo>
                  <a:pt x="4780562" y="2235459"/>
                </a:lnTo>
                <a:lnTo>
                  <a:pt x="4547227" y="2224599"/>
                </a:lnTo>
                <a:lnTo>
                  <a:pt x="4318800" y="2214791"/>
                </a:lnTo>
                <a:lnTo>
                  <a:pt x="3873004" y="2187116"/>
                </a:lnTo>
                <a:lnTo>
                  <a:pt x="3445628" y="2157691"/>
                </a:lnTo>
                <a:lnTo>
                  <a:pt x="3035446" y="2126863"/>
                </a:lnTo>
                <a:lnTo>
                  <a:pt x="2647370" y="2092884"/>
                </a:lnTo>
                <a:lnTo>
                  <a:pt x="2276487" y="2057502"/>
                </a:lnTo>
                <a:lnTo>
                  <a:pt x="1932621" y="2019319"/>
                </a:lnTo>
                <a:lnTo>
                  <a:pt x="1609634" y="1981836"/>
                </a:lnTo>
                <a:lnTo>
                  <a:pt x="1312435" y="1944353"/>
                </a:lnTo>
                <a:lnTo>
                  <a:pt x="1039799" y="1908972"/>
                </a:lnTo>
                <a:lnTo>
                  <a:pt x="797865" y="1875342"/>
                </a:lnTo>
                <a:lnTo>
                  <a:pt x="579265" y="1843464"/>
                </a:lnTo>
                <a:lnTo>
                  <a:pt x="395052" y="1816841"/>
                </a:lnTo>
                <a:lnTo>
                  <a:pt x="240312" y="1791618"/>
                </a:lnTo>
                <a:lnTo>
                  <a:pt x="27853" y="1755537"/>
                </a:lnTo>
                <a:lnTo>
                  <a:pt x="0" y="1750824"/>
                </a:lnTo>
                <a:lnTo>
                  <a:pt x="0" y="744794"/>
                </a:lnTo>
                <a:lnTo>
                  <a:pt x="0" y="519831"/>
                </a:lnTo>
                <a:close/>
              </a:path>
            </a:pathLst>
          </a:custGeom>
          <a:ln w="44450">
            <a:gradFill>
              <a:gsLst>
                <a:gs pos="0">
                  <a:schemeClr val="bg2">
                    <a:alpha val="65000"/>
                  </a:schemeClr>
                </a:gs>
                <a:gs pos="98000">
                  <a:schemeClr val="bg2">
                    <a:lumMod val="75000"/>
                    <a:alpha val="55000"/>
                  </a:schemeClr>
                </a:gs>
              </a:gsLst>
              <a:lin ang="5400000" scaled="1"/>
            </a:gradFill>
          </a:ln>
          <a:effectLst>
            <a:outerShdw blurRad="50800" dist="38100" dir="5400000" algn="t" rotWithShape="0">
              <a:prstClr val="black">
                <a:alpha val="50000"/>
              </a:prstClr>
            </a:outerShdw>
          </a:effectLst>
        </p:spPr>
        <p:style>
          <a:lnRef idx="2">
            <a:schemeClr val="accent1">
              <a:shade val="50000"/>
            </a:schemeClr>
          </a:lnRef>
          <a:fillRef idx="1003">
            <a:schemeClr val="dk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3CA54CA-CA66-4A63-9EC9-930C84D7A999}"/>
              </a:ext>
            </a:extLst>
          </p:cNvPr>
          <p:cNvSpPr>
            <a:spLocks noGrp="1"/>
          </p:cNvSpPr>
          <p:nvPr>
            <p:ph type="title"/>
          </p:nvPr>
        </p:nvSpPr>
        <p:spPr>
          <a:xfrm>
            <a:off x="1141413" y="609600"/>
            <a:ext cx="9905998" cy="1065451"/>
          </a:xfrm>
        </p:spPr>
        <p:txBody>
          <a:bodyPr>
            <a:normAutofit/>
          </a:bodyPr>
          <a:lstStyle/>
          <a:p>
            <a:pPr algn="ctr"/>
            <a:r>
              <a:rPr lang="en-US">
                <a:solidFill>
                  <a:srgbClr val="BFBFBF"/>
                </a:solidFill>
              </a:rPr>
              <a:t>Website Structure</a:t>
            </a:r>
          </a:p>
        </p:txBody>
      </p:sp>
      <p:sp>
        <p:nvSpPr>
          <p:cNvPr id="3" name="Content Placeholder 2">
            <a:extLst>
              <a:ext uri="{FF2B5EF4-FFF2-40B4-BE49-F238E27FC236}">
                <a16:creationId xmlns:a16="http://schemas.microsoft.com/office/drawing/2014/main" id="{AD5D597A-7A6B-9CE9-7F0D-53A589407C34}"/>
              </a:ext>
            </a:extLst>
          </p:cNvPr>
          <p:cNvSpPr>
            <a:spLocks noGrp="1"/>
          </p:cNvSpPr>
          <p:nvPr>
            <p:ph idx="1"/>
          </p:nvPr>
        </p:nvSpPr>
        <p:spPr>
          <a:xfrm>
            <a:off x="1141413" y="2666999"/>
            <a:ext cx="9905998" cy="3124201"/>
          </a:xfrm>
        </p:spPr>
        <p:txBody>
          <a:bodyPr>
            <a:normAutofit/>
          </a:bodyPr>
          <a:lstStyle/>
          <a:p>
            <a:pPr marL="0" indent="0">
              <a:lnSpc>
                <a:spcPct val="90000"/>
              </a:lnSpc>
              <a:buNone/>
            </a:pPr>
            <a:endParaRPr lang="en-US" sz="1400"/>
          </a:p>
          <a:p>
            <a:pPr>
              <a:lnSpc>
                <a:spcPct val="90000"/>
              </a:lnSpc>
            </a:pPr>
            <a:r>
              <a:rPr lang="en-US" sz="1400"/>
              <a:t>The website was designed using a multi-page structure to organise information clearly and improve navigation.</a:t>
            </a:r>
          </a:p>
          <a:p>
            <a:pPr>
              <a:lnSpc>
                <a:spcPct val="90000"/>
              </a:lnSpc>
            </a:pPr>
            <a:endParaRPr lang="en-US" sz="1400"/>
          </a:p>
          <a:p>
            <a:pPr>
              <a:lnSpc>
                <a:spcPct val="90000"/>
              </a:lnSpc>
            </a:pPr>
            <a:r>
              <a:rPr lang="en-US" sz="1400"/>
              <a:t>Home Page: Introduces the company and highlights its main services.</a:t>
            </a:r>
          </a:p>
          <a:p>
            <a:pPr>
              <a:lnSpc>
                <a:spcPct val="90000"/>
              </a:lnSpc>
            </a:pPr>
            <a:r>
              <a:rPr lang="en-US" sz="1400"/>
              <a:t>About Page: Explains the company’s background, mission, and vision.</a:t>
            </a:r>
          </a:p>
          <a:p>
            <a:pPr>
              <a:lnSpc>
                <a:spcPct val="90000"/>
              </a:lnSpc>
            </a:pPr>
            <a:r>
              <a:rPr lang="en-US" sz="1400"/>
              <a:t>Services Page: Displays the IT solutions and services offered.</a:t>
            </a:r>
          </a:p>
          <a:p>
            <a:pPr>
              <a:lnSpc>
                <a:spcPct val="90000"/>
              </a:lnSpc>
            </a:pPr>
            <a:r>
              <a:rPr lang="en-US" sz="1400"/>
              <a:t>Contact Page: Provides contact details and a contact form for users.</a:t>
            </a:r>
          </a:p>
          <a:p>
            <a:pPr>
              <a:lnSpc>
                <a:spcPct val="90000"/>
              </a:lnSpc>
            </a:pPr>
            <a:endParaRPr lang="en-US" sz="1400"/>
          </a:p>
          <a:p>
            <a:pPr>
              <a:lnSpc>
                <a:spcPct val="90000"/>
              </a:lnSpc>
            </a:pPr>
            <a:r>
              <a:rPr lang="en-US" sz="1400"/>
              <a:t>A consistent navigation bar was used across all pages to create a simple and user-friendly browsing experience.</a:t>
            </a:r>
          </a:p>
          <a:p>
            <a:pPr>
              <a:lnSpc>
                <a:spcPct val="90000"/>
              </a:lnSpc>
            </a:pPr>
            <a:endParaRPr lang="en-US" sz="1400"/>
          </a:p>
        </p:txBody>
      </p:sp>
    </p:spTree>
    <p:extLst>
      <p:ext uri="{BB962C8B-B14F-4D97-AF65-F5344CB8AC3E}">
        <p14:creationId xmlns:p14="http://schemas.microsoft.com/office/powerpoint/2010/main" val="3028764722"/>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64000"/>
                <a:lumMod val="98000"/>
              </a:schemeClr>
            </a:gs>
          </a:gsLst>
          <a:lin ang="5400000" scaled="0"/>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690F3EE-0CD1-4520-B020-4E1DF3141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9EFDE1E9-7FE0-45CA-9DE2-237F77319A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2270840"/>
          </a:xfrm>
          <a:custGeom>
            <a:avLst/>
            <a:gdLst>
              <a:gd name="connsiteX0" fmla="*/ 0 w 12192000"/>
              <a:gd name="connsiteY0" fmla="*/ 0 h 2270840"/>
              <a:gd name="connsiteX1" fmla="*/ 12192000 w 12192000"/>
              <a:gd name="connsiteY1" fmla="*/ 0 h 2270840"/>
              <a:gd name="connsiteX2" fmla="*/ 12192000 w 12192000"/>
              <a:gd name="connsiteY2" fmla="*/ 519831 h 2270840"/>
              <a:gd name="connsiteX3" fmla="*/ 12192000 w 12192000"/>
              <a:gd name="connsiteY3" fmla="*/ 744794 h 2270840"/>
              <a:gd name="connsiteX4" fmla="*/ 12192000 w 12192000"/>
              <a:gd name="connsiteY4" fmla="*/ 1754022 h 2270840"/>
              <a:gd name="connsiteX5" fmla="*/ 11957522 w 12192000"/>
              <a:gd name="connsiteY5" fmla="*/ 1797924 h 2270840"/>
              <a:gd name="connsiteX6" fmla="*/ 11679973 w 12192000"/>
              <a:gd name="connsiteY6" fmla="*/ 1847668 h 2270840"/>
              <a:gd name="connsiteX7" fmla="*/ 11401197 w 12192000"/>
              <a:gd name="connsiteY7" fmla="*/ 1896361 h 2270840"/>
              <a:gd name="connsiteX8" fmla="*/ 11121192 w 12192000"/>
              <a:gd name="connsiteY8" fmla="*/ 1938047 h 2270840"/>
              <a:gd name="connsiteX9" fmla="*/ 10842416 w 12192000"/>
              <a:gd name="connsiteY9" fmla="*/ 1980084 h 2270840"/>
              <a:gd name="connsiteX10" fmla="*/ 10562411 w 12192000"/>
              <a:gd name="connsiteY10" fmla="*/ 2019319 h 2270840"/>
              <a:gd name="connsiteX11" fmla="*/ 10286091 w 12192000"/>
              <a:gd name="connsiteY11" fmla="*/ 2052948 h 2270840"/>
              <a:gd name="connsiteX12" fmla="*/ 10006086 w 12192000"/>
              <a:gd name="connsiteY12" fmla="*/ 2084826 h 2270840"/>
              <a:gd name="connsiteX13" fmla="*/ 9727310 w 12192000"/>
              <a:gd name="connsiteY13" fmla="*/ 2113902 h 2270840"/>
              <a:gd name="connsiteX14" fmla="*/ 9453445 w 12192000"/>
              <a:gd name="connsiteY14" fmla="*/ 2139124 h 2270840"/>
              <a:gd name="connsiteX15" fmla="*/ 9175897 w 12192000"/>
              <a:gd name="connsiteY15" fmla="*/ 2164346 h 2270840"/>
              <a:gd name="connsiteX16" fmla="*/ 8902033 w 12192000"/>
              <a:gd name="connsiteY16" fmla="*/ 2185365 h 2270840"/>
              <a:gd name="connsiteX17" fmla="*/ 8628169 w 12192000"/>
              <a:gd name="connsiteY17" fmla="*/ 2201829 h 2270840"/>
              <a:gd name="connsiteX18" fmla="*/ 8355533 w 12192000"/>
              <a:gd name="connsiteY18" fmla="*/ 2218995 h 2270840"/>
              <a:gd name="connsiteX19" fmla="*/ 8085353 w 12192000"/>
              <a:gd name="connsiteY19" fmla="*/ 2233357 h 2270840"/>
              <a:gd name="connsiteX20" fmla="*/ 7817629 w 12192000"/>
              <a:gd name="connsiteY20" fmla="*/ 2243516 h 2270840"/>
              <a:gd name="connsiteX21" fmla="*/ 7549905 w 12192000"/>
              <a:gd name="connsiteY21" fmla="*/ 2252274 h 2270840"/>
              <a:gd name="connsiteX22" fmla="*/ 7284638 w 12192000"/>
              <a:gd name="connsiteY22" fmla="*/ 2260681 h 2270840"/>
              <a:gd name="connsiteX23" fmla="*/ 7023055 w 12192000"/>
              <a:gd name="connsiteY23" fmla="*/ 2264535 h 2270840"/>
              <a:gd name="connsiteX24" fmla="*/ 6761472 w 12192000"/>
              <a:gd name="connsiteY24" fmla="*/ 2268738 h 2270840"/>
              <a:gd name="connsiteX25" fmla="*/ 6503573 w 12192000"/>
              <a:gd name="connsiteY25" fmla="*/ 2270840 h 2270840"/>
              <a:gd name="connsiteX26" fmla="*/ 6248130 w 12192000"/>
              <a:gd name="connsiteY26" fmla="*/ 2268738 h 2270840"/>
              <a:gd name="connsiteX27" fmla="*/ 5995144 w 12192000"/>
              <a:gd name="connsiteY27" fmla="*/ 2268738 h 2270840"/>
              <a:gd name="connsiteX28" fmla="*/ 5744613 w 12192000"/>
              <a:gd name="connsiteY28" fmla="*/ 2264535 h 2270840"/>
              <a:gd name="connsiteX29" fmla="*/ 5498995 w 12192000"/>
              <a:gd name="connsiteY29" fmla="*/ 2258229 h 2270840"/>
              <a:gd name="connsiteX30" fmla="*/ 5255834 w 12192000"/>
              <a:gd name="connsiteY30" fmla="*/ 2252274 h 2270840"/>
              <a:gd name="connsiteX31" fmla="*/ 5017584 w 12192000"/>
              <a:gd name="connsiteY31" fmla="*/ 2245618 h 2270840"/>
              <a:gd name="connsiteX32" fmla="*/ 4780562 w 12192000"/>
              <a:gd name="connsiteY32" fmla="*/ 2235459 h 2270840"/>
              <a:gd name="connsiteX33" fmla="*/ 4547227 w 12192000"/>
              <a:gd name="connsiteY33" fmla="*/ 2224599 h 2270840"/>
              <a:gd name="connsiteX34" fmla="*/ 4318800 w 12192000"/>
              <a:gd name="connsiteY34" fmla="*/ 2214791 h 2270840"/>
              <a:gd name="connsiteX35" fmla="*/ 3873004 w 12192000"/>
              <a:gd name="connsiteY35" fmla="*/ 2187116 h 2270840"/>
              <a:gd name="connsiteX36" fmla="*/ 3445628 w 12192000"/>
              <a:gd name="connsiteY36" fmla="*/ 2157691 h 2270840"/>
              <a:gd name="connsiteX37" fmla="*/ 3035446 w 12192000"/>
              <a:gd name="connsiteY37" fmla="*/ 2126863 h 2270840"/>
              <a:gd name="connsiteX38" fmla="*/ 2647370 w 12192000"/>
              <a:gd name="connsiteY38" fmla="*/ 2092884 h 2270840"/>
              <a:gd name="connsiteX39" fmla="*/ 2276487 w 12192000"/>
              <a:gd name="connsiteY39" fmla="*/ 2057502 h 2270840"/>
              <a:gd name="connsiteX40" fmla="*/ 1932621 w 12192000"/>
              <a:gd name="connsiteY40" fmla="*/ 2019319 h 2270840"/>
              <a:gd name="connsiteX41" fmla="*/ 1609634 w 12192000"/>
              <a:gd name="connsiteY41" fmla="*/ 1981836 h 2270840"/>
              <a:gd name="connsiteX42" fmla="*/ 1312435 w 12192000"/>
              <a:gd name="connsiteY42" fmla="*/ 1944353 h 2270840"/>
              <a:gd name="connsiteX43" fmla="*/ 1039799 w 12192000"/>
              <a:gd name="connsiteY43" fmla="*/ 1908972 h 2270840"/>
              <a:gd name="connsiteX44" fmla="*/ 797865 w 12192000"/>
              <a:gd name="connsiteY44" fmla="*/ 1875342 h 2270840"/>
              <a:gd name="connsiteX45" fmla="*/ 579265 w 12192000"/>
              <a:gd name="connsiteY45" fmla="*/ 1843464 h 2270840"/>
              <a:gd name="connsiteX46" fmla="*/ 395052 w 12192000"/>
              <a:gd name="connsiteY46" fmla="*/ 1816841 h 2270840"/>
              <a:gd name="connsiteX47" fmla="*/ 240312 w 12192000"/>
              <a:gd name="connsiteY47" fmla="*/ 1791618 h 2270840"/>
              <a:gd name="connsiteX48" fmla="*/ 27853 w 12192000"/>
              <a:gd name="connsiteY48" fmla="*/ 1755537 h 2270840"/>
              <a:gd name="connsiteX49" fmla="*/ 0 w 12192000"/>
              <a:gd name="connsiteY49" fmla="*/ 1750824 h 2270840"/>
              <a:gd name="connsiteX50" fmla="*/ 0 w 12192000"/>
              <a:gd name="connsiteY50" fmla="*/ 744794 h 2270840"/>
              <a:gd name="connsiteX51" fmla="*/ 0 w 12192000"/>
              <a:gd name="connsiteY51" fmla="*/ 519831 h 2270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000" h="2270840">
                <a:moveTo>
                  <a:pt x="0" y="0"/>
                </a:moveTo>
                <a:lnTo>
                  <a:pt x="12192000" y="0"/>
                </a:lnTo>
                <a:lnTo>
                  <a:pt x="12192000" y="519831"/>
                </a:lnTo>
                <a:lnTo>
                  <a:pt x="12192000" y="744794"/>
                </a:lnTo>
                <a:lnTo>
                  <a:pt x="12192000" y="1754022"/>
                </a:lnTo>
                <a:lnTo>
                  <a:pt x="11957522" y="1797924"/>
                </a:lnTo>
                <a:lnTo>
                  <a:pt x="11679973" y="1847668"/>
                </a:lnTo>
                <a:lnTo>
                  <a:pt x="11401197" y="1896361"/>
                </a:lnTo>
                <a:lnTo>
                  <a:pt x="11121192" y="1938047"/>
                </a:lnTo>
                <a:lnTo>
                  <a:pt x="10842416" y="1980084"/>
                </a:lnTo>
                <a:lnTo>
                  <a:pt x="10562411" y="2019319"/>
                </a:lnTo>
                <a:lnTo>
                  <a:pt x="10286091" y="2052948"/>
                </a:lnTo>
                <a:lnTo>
                  <a:pt x="10006086" y="2084826"/>
                </a:lnTo>
                <a:lnTo>
                  <a:pt x="9727310" y="2113902"/>
                </a:lnTo>
                <a:lnTo>
                  <a:pt x="9453445" y="2139124"/>
                </a:lnTo>
                <a:lnTo>
                  <a:pt x="9175897" y="2164346"/>
                </a:lnTo>
                <a:lnTo>
                  <a:pt x="8902033" y="2185365"/>
                </a:lnTo>
                <a:lnTo>
                  <a:pt x="8628169" y="2201829"/>
                </a:lnTo>
                <a:lnTo>
                  <a:pt x="8355533" y="2218995"/>
                </a:lnTo>
                <a:lnTo>
                  <a:pt x="8085353" y="2233357"/>
                </a:lnTo>
                <a:lnTo>
                  <a:pt x="7817629" y="2243516"/>
                </a:lnTo>
                <a:lnTo>
                  <a:pt x="7549905" y="2252274"/>
                </a:lnTo>
                <a:lnTo>
                  <a:pt x="7284638" y="2260681"/>
                </a:lnTo>
                <a:lnTo>
                  <a:pt x="7023055" y="2264535"/>
                </a:lnTo>
                <a:lnTo>
                  <a:pt x="6761472" y="2268738"/>
                </a:lnTo>
                <a:lnTo>
                  <a:pt x="6503573" y="2270840"/>
                </a:lnTo>
                <a:lnTo>
                  <a:pt x="6248130" y="2268738"/>
                </a:lnTo>
                <a:lnTo>
                  <a:pt x="5995144" y="2268738"/>
                </a:lnTo>
                <a:lnTo>
                  <a:pt x="5744613" y="2264535"/>
                </a:lnTo>
                <a:lnTo>
                  <a:pt x="5498995" y="2258229"/>
                </a:lnTo>
                <a:lnTo>
                  <a:pt x="5255834" y="2252274"/>
                </a:lnTo>
                <a:lnTo>
                  <a:pt x="5017584" y="2245618"/>
                </a:lnTo>
                <a:lnTo>
                  <a:pt x="4780562" y="2235459"/>
                </a:lnTo>
                <a:lnTo>
                  <a:pt x="4547227" y="2224599"/>
                </a:lnTo>
                <a:lnTo>
                  <a:pt x="4318800" y="2214791"/>
                </a:lnTo>
                <a:lnTo>
                  <a:pt x="3873004" y="2187116"/>
                </a:lnTo>
                <a:lnTo>
                  <a:pt x="3445628" y="2157691"/>
                </a:lnTo>
                <a:lnTo>
                  <a:pt x="3035446" y="2126863"/>
                </a:lnTo>
                <a:lnTo>
                  <a:pt x="2647370" y="2092884"/>
                </a:lnTo>
                <a:lnTo>
                  <a:pt x="2276487" y="2057502"/>
                </a:lnTo>
                <a:lnTo>
                  <a:pt x="1932621" y="2019319"/>
                </a:lnTo>
                <a:lnTo>
                  <a:pt x="1609634" y="1981836"/>
                </a:lnTo>
                <a:lnTo>
                  <a:pt x="1312435" y="1944353"/>
                </a:lnTo>
                <a:lnTo>
                  <a:pt x="1039799" y="1908972"/>
                </a:lnTo>
                <a:lnTo>
                  <a:pt x="797865" y="1875342"/>
                </a:lnTo>
                <a:lnTo>
                  <a:pt x="579265" y="1843464"/>
                </a:lnTo>
                <a:lnTo>
                  <a:pt x="395052" y="1816841"/>
                </a:lnTo>
                <a:lnTo>
                  <a:pt x="240312" y="1791618"/>
                </a:lnTo>
                <a:lnTo>
                  <a:pt x="27853" y="1755537"/>
                </a:lnTo>
                <a:lnTo>
                  <a:pt x="0" y="1750824"/>
                </a:lnTo>
                <a:lnTo>
                  <a:pt x="0" y="744794"/>
                </a:lnTo>
                <a:lnTo>
                  <a:pt x="0" y="519831"/>
                </a:lnTo>
                <a:close/>
              </a:path>
            </a:pathLst>
          </a:custGeom>
          <a:ln w="44450">
            <a:gradFill>
              <a:gsLst>
                <a:gs pos="0">
                  <a:schemeClr val="bg2">
                    <a:alpha val="65000"/>
                  </a:schemeClr>
                </a:gs>
                <a:gs pos="98000">
                  <a:schemeClr val="bg2">
                    <a:lumMod val="75000"/>
                    <a:alpha val="55000"/>
                  </a:schemeClr>
                </a:gs>
              </a:gsLst>
              <a:lin ang="5400000" scaled="1"/>
            </a:gradFill>
          </a:ln>
          <a:effectLst>
            <a:outerShdw blurRad="50800" dist="38100" dir="5400000" algn="t" rotWithShape="0">
              <a:prstClr val="black">
                <a:alpha val="50000"/>
              </a:prstClr>
            </a:outerShdw>
          </a:effectLst>
        </p:spPr>
        <p:style>
          <a:lnRef idx="2">
            <a:schemeClr val="accent1">
              <a:shade val="50000"/>
            </a:schemeClr>
          </a:lnRef>
          <a:fillRef idx="1003">
            <a:schemeClr val="dk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CF930F84-CD9D-F774-F458-EF6607A0AA89}"/>
              </a:ext>
            </a:extLst>
          </p:cNvPr>
          <p:cNvSpPr>
            <a:spLocks noGrp="1"/>
          </p:cNvSpPr>
          <p:nvPr>
            <p:ph type="title"/>
          </p:nvPr>
        </p:nvSpPr>
        <p:spPr>
          <a:xfrm>
            <a:off x="1141413" y="609600"/>
            <a:ext cx="9905998" cy="1065451"/>
          </a:xfrm>
        </p:spPr>
        <p:txBody>
          <a:bodyPr>
            <a:normAutofit/>
          </a:bodyPr>
          <a:lstStyle/>
          <a:p>
            <a:pPr algn="ctr"/>
            <a:r>
              <a:rPr lang="en-US">
                <a:solidFill>
                  <a:srgbClr val="BFBFBF"/>
                </a:solidFill>
              </a:rPr>
              <a:t>FEATURES IMPLEMENTED</a:t>
            </a:r>
          </a:p>
        </p:txBody>
      </p:sp>
      <p:sp>
        <p:nvSpPr>
          <p:cNvPr id="3" name="Content Placeholder 2">
            <a:extLst>
              <a:ext uri="{FF2B5EF4-FFF2-40B4-BE49-F238E27FC236}">
                <a16:creationId xmlns:a16="http://schemas.microsoft.com/office/drawing/2014/main" id="{0E3F6FC8-5722-07B3-37DF-CF9D1C120CC0}"/>
              </a:ext>
            </a:extLst>
          </p:cNvPr>
          <p:cNvSpPr>
            <a:spLocks noGrp="1"/>
          </p:cNvSpPr>
          <p:nvPr>
            <p:ph idx="1"/>
          </p:nvPr>
        </p:nvSpPr>
        <p:spPr>
          <a:xfrm>
            <a:off x="1141413" y="2666999"/>
            <a:ext cx="9905998" cy="3124201"/>
          </a:xfrm>
        </p:spPr>
        <p:txBody>
          <a:bodyPr>
            <a:normAutofit/>
          </a:bodyPr>
          <a:lstStyle/>
          <a:p>
            <a:r>
              <a:rPr lang="en-US"/>
              <a:t>Theme toggle</a:t>
            </a:r>
          </a:p>
          <a:p>
            <a:r>
              <a:rPr lang="en-US"/>
              <a:t>Scroll reveal </a:t>
            </a:r>
          </a:p>
          <a:p>
            <a:r>
              <a:rPr lang="en-US"/>
              <a:t>Animation</a:t>
            </a:r>
          </a:p>
          <a:p>
            <a:r>
              <a:rPr lang="en-US"/>
              <a:t>Responsive design</a:t>
            </a:r>
          </a:p>
          <a:p>
            <a:r>
              <a:rPr lang="en-US"/>
              <a:t>Contact form</a:t>
            </a:r>
          </a:p>
          <a:p>
            <a:r>
              <a:rPr lang="en-US"/>
              <a:t>Service cards</a:t>
            </a:r>
          </a:p>
        </p:txBody>
      </p:sp>
    </p:spTree>
    <p:extLst>
      <p:ext uri="{BB962C8B-B14F-4D97-AF65-F5344CB8AC3E}">
        <p14:creationId xmlns:p14="http://schemas.microsoft.com/office/powerpoint/2010/main" val="3504178700"/>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D5F118-3EF5-F280-A1CA-EC0BEDB7B7AA}"/>
              </a:ext>
            </a:extLst>
          </p:cNvPr>
          <p:cNvSpPr>
            <a:spLocks noGrp="1"/>
          </p:cNvSpPr>
          <p:nvPr>
            <p:ph type="title"/>
          </p:nvPr>
        </p:nvSpPr>
        <p:spPr>
          <a:xfrm>
            <a:off x="8164106" y="609600"/>
            <a:ext cx="3369133" cy="3642851"/>
          </a:xfrm>
        </p:spPr>
        <p:txBody>
          <a:bodyPr vert="horz" lIns="91440" tIns="45720" rIns="91440" bIns="45720" rtlCol="0" anchor="b">
            <a:normAutofit/>
          </a:bodyPr>
          <a:lstStyle/>
          <a:p>
            <a:pPr algn="ctr"/>
            <a:r>
              <a:rPr lang="en-US" sz="4000">
                <a:effectLst>
                  <a:glow rad="38100">
                    <a:schemeClr val="bg1">
                      <a:lumMod val="65000"/>
                      <a:lumOff val="35000"/>
                      <a:alpha val="50000"/>
                    </a:schemeClr>
                  </a:glow>
                  <a:outerShdw blurRad="28575" dist="31750" dir="13200000" algn="tl" rotWithShape="0">
                    <a:srgbClr val="000000">
                      <a:alpha val="25000"/>
                    </a:srgbClr>
                  </a:outerShdw>
                </a:effectLst>
              </a:rPr>
              <a:t>TESTING PERFORMED</a:t>
            </a:r>
          </a:p>
        </p:txBody>
      </p:sp>
      <p:pic>
        <p:nvPicPr>
          <p:cNvPr id="5" name="Content Placeholder 4">
            <a:extLst>
              <a:ext uri="{FF2B5EF4-FFF2-40B4-BE49-F238E27FC236}">
                <a16:creationId xmlns:a16="http://schemas.microsoft.com/office/drawing/2014/main" id="{7B4396FB-1891-BEB5-4440-1D44745584F2}"/>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36915" y="1485814"/>
            <a:ext cx="6915663" cy="3890059"/>
          </a:xfrm>
          <a:prstGeom prst="roundRect">
            <a:avLst>
              <a:gd name="adj" fmla="val 3517"/>
            </a:avLst>
          </a:prstGeom>
          <a:ln w="38100">
            <a:gradFill flip="none" rotWithShape="1">
              <a:gsLst>
                <a:gs pos="0">
                  <a:srgbClr val="363D46"/>
                </a:gs>
                <a:gs pos="100000">
                  <a:srgbClr val="363D46">
                    <a:lumMod val="75000"/>
                  </a:srgbClr>
                </a:gs>
              </a:gsLst>
              <a:lin ang="5400000" scaled="0"/>
              <a:tileRect/>
            </a:gradFill>
          </a:ln>
          <a:effectLst>
            <a:innerShdw blurRad="57150" dist="38100" dir="14460000">
              <a:srgbClr val="000000">
                <a:alpha val="70000"/>
              </a:srgbClr>
            </a:innerShdw>
          </a:effectLst>
        </p:spPr>
      </p:pic>
    </p:spTree>
    <p:extLst>
      <p:ext uri="{BB962C8B-B14F-4D97-AF65-F5344CB8AC3E}">
        <p14:creationId xmlns:p14="http://schemas.microsoft.com/office/powerpoint/2010/main" val="40852407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049AE-3007-F607-07DE-9910CD2D9473}"/>
              </a:ext>
            </a:extLst>
          </p:cNvPr>
          <p:cNvSpPr>
            <a:spLocks noGrp="1"/>
          </p:cNvSpPr>
          <p:nvPr>
            <p:ph type="title"/>
          </p:nvPr>
        </p:nvSpPr>
        <p:spPr>
          <a:xfrm>
            <a:off x="1141413" y="609600"/>
            <a:ext cx="9905998" cy="1468582"/>
          </a:xfrm>
        </p:spPr>
        <p:txBody>
          <a:bodyPr>
            <a:normAutofit/>
          </a:bodyPr>
          <a:lstStyle/>
          <a:p>
            <a:r>
              <a:rPr lang="en-US"/>
              <a:t>CHALLENGES FACED</a:t>
            </a:r>
          </a:p>
        </p:txBody>
      </p:sp>
      <p:graphicFrame>
        <p:nvGraphicFramePr>
          <p:cNvPr id="14" name="Content Placeholder 2">
            <a:extLst>
              <a:ext uri="{FF2B5EF4-FFF2-40B4-BE49-F238E27FC236}">
                <a16:creationId xmlns:a16="http://schemas.microsoft.com/office/drawing/2014/main" id="{302A7B5D-4267-6765-F1A0-A5BEC571D022}"/>
              </a:ext>
            </a:extLst>
          </p:cNvPr>
          <p:cNvGraphicFramePr>
            <a:graphicFrameLocks noGrp="1"/>
          </p:cNvGraphicFramePr>
          <p:nvPr>
            <p:ph idx="1"/>
            <p:extLst>
              <p:ext uri="{D42A27DB-BD31-4B8C-83A1-F6EECF244321}">
                <p14:modId xmlns:p14="http://schemas.microsoft.com/office/powerpoint/2010/main" val="3384185224"/>
              </p:ext>
            </p:extLst>
          </p:nvPr>
        </p:nvGraphicFramePr>
        <p:xfrm>
          <a:off x="1141413" y="2286000"/>
          <a:ext cx="9906000" cy="338743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002245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64000"/>
                <a:lumMod val="98000"/>
              </a:schemeClr>
            </a:gs>
          </a:gsLst>
          <a:lin ang="5400000" scaled="0"/>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690F3EE-0CD1-4520-B020-4E1DF3141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9EFDE1E9-7FE0-45CA-9DE2-237F77319A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2270840"/>
          </a:xfrm>
          <a:custGeom>
            <a:avLst/>
            <a:gdLst>
              <a:gd name="connsiteX0" fmla="*/ 0 w 12192000"/>
              <a:gd name="connsiteY0" fmla="*/ 0 h 2270840"/>
              <a:gd name="connsiteX1" fmla="*/ 12192000 w 12192000"/>
              <a:gd name="connsiteY1" fmla="*/ 0 h 2270840"/>
              <a:gd name="connsiteX2" fmla="*/ 12192000 w 12192000"/>
              <a:gd name="connsiteY2" fmla="*/ 519831 h 2270840"/>
              <a:gd name="connsiteX3" fmla="*/ 12192000 w 12192000"/>
              <a:gd name="connsiteY3" fmla="*/ 744794 h 2270840"/>
              <a:gd name="connsiteX4" fmla="*/ 12192000 w 12192000"/>
              <a:gd name="connsiteY4" fmla="*/ 1754022 h 2270840"/>
              <a:gd name="connsiteX5" fmla="*/ 11957522 w 12192000"/>
              <a:gd name="connsiteY5" fmla="*/ 1797924 h 2270840"/>
              <a:gd name="connsiteX6" fmla="*/ 11679973 w 12192000"/>
              <a:gd name="connsiteY6" fmla="*/ 1847668 h 2270840"/>
              <a:gd name="connsiteX7" fmla="*/ 11401197 w 12192000"/>
              <a:gd name="connsiteY7" fmla="*/ 1896361 h 2270840"/>
              <a:gd name="connsiteX8" fmla="*/ 11121192 w 12192000"/>
              <a:gd name="connsiteY8" fmla="*/ 1938047 h 2270840"/>
              <a:gd name="connsiteX9" fmla="*/ 10842416 w 12192000"/>
              <a:gd name="connsiteY9" fmla="*/ 1980084 h 2270840"/>
              <a:gd name="connsiteX10" fmla="*/ 10562411 w 12192000"/>
              <a:gd name="connsiteY10" fmla="*/ 2019319 h 2270840"/>
              <a:gd name="connsiteX11" fmla="*/ 10286091 w 12192000"/>
              <a:gd name="connsiteY11" fmla="*/ 2052948 h 2270840"/>
              <a:gd name="connsiteX12" fmla="*/ 10006086 w 12192000"/>
              <a:gd name="connsiteY12" fmla="*/ 2084826 h 2270840"/>
              <a:gd name="connsiteX13" fmla="*/ 9727310 w 12192000"/>
              <a:gd name="connsiteY13" fmla="*/ 2113902 h 2270840"/>
              <a:gd name="connsiteX14" fmla="*/ 9453445 w 12192000"/>
              <a:gd name="connsiteY14" fmla="*/ 2139124 h 2270840"/>
              <a:gd name="connsiteX15" fmla="*/ 9175897 w 12192000"/>
              <a:gd name="connsiteY15" fmla="*/ 2164346 h 2270840"/>
              <a:gd name="connsiteX16" fmla="*/ 8902033 w 12192000"/>
              <a:gd name="connsiteY16" fmla="*/ 2185365 h 2270840"/>
              <a:gd name="connsiteX17" fmla="*/ 8628169 w 12192000"/>
              <a:gd name="connsiteY17" fmla="*/ 2201829 h 2270840"/>
              <a:gd name="connsiteX18" fmla="*/ 8355533 w 12192000"/>
              <a:gd name="connsiteY18" fmla="*/ 2218995 h 2270840"/>
              <a:gd name="connsiteX19" fmla="*/ 8085353 w 12192000"/>
              <a:gd name="connsiteY19" fmla="*/ 2233357 h 2270840"/>
              <a:gd name="connsiteX20" fmla="*/ 7817629 w 12192000"/>
              <a:gd name="connsiteY20" fmla="*/ 2243516 h 2270840"/>
              <a:gd name="connsiteX21" fmla="*/ 7549905 w 12192000"/>
              <a:gd name="connsiteY21" fmla="*/ 2252274 h 2270840"/>
              <a:gd name="connsiteX22" fmla="*/ 7284638 w 12192000"/>
              <a:gd name="connsiteY22" fmla="*/ 2260681 h 2270840"/>
              <a:gd name="connsiteX23" fmla="*/ 7023055 w 12192000"/>
              <a:gd name="connsiteY23" fmla="*/ 2264535 h 2270840"/>
              <a:gd name="connsiteX24" fmla="*/ 6761472 w 12192000"/>
              <a:gd name="connsiteY24" fmla="*/ 2268738 h 2270840"/>
              <a:gd name="connsiteX25" fmla="*/ 6503573 w 12192000"/>
              <a:gd name="connsiteY25" fmla="*/ 2270840 h 2270840"/>
              <a:gd name="connsiteX26" fmla="*/ 6248130 w 12192000"/>
              <a:gd name="connsiteY26" fmla="*/ 2268738 h 2270840"/>
              <a:gd name="connsiteX27" fmla="*/ 5995144 w 12192000"/>
              <a:gd name="connsiteY27" fmla="*/ 2268738 h 2270840"/>
              <a:gd name="connsiteX28" fmla="*/ 5744613 w 12192000"/>
              <a:gd name="connsiteY28" fmla="*/ 2264535 h 2270840"/>
              <a:gd name="connsiteX29" fmla="*/ 5498995 w 12192000"/>
              <a:gd name="connsiteY29" fmla="*/ 2258229 h 2270840"/>
              <a:gd name="connsiteX30" fmla="*/ 5255834 w 12192000"/>
              <a:gd name="connsiteY30" fmla="*/ 2252274 h 2270840"/>
              <a:gd name="connsiteX31" fmla="*/ 5017584 w 12192000"/>
              <a:gd name="connsiteY31" fmla="*/ 2245618 h 2270840"/>
              <a:gd name="connsiteX32" fmla="*/ 4780562 w 12192000"/>
              <a:gd name="connsiteY32" fmla="*/ 2235459 h 2270840"/>
              <a:gd name="connsiteX33" fmla="*/ 4547227 w 12192000"/>
              <a:gd name="connsiteY33" fmla="*/ 2224599 h 2270840"/>
              <a:gd name="connsiteX34" fmla="*/ 4318800 w 12192000"/>
              <a:gd name="connsiteY34" fmla="*/ 2214791 h 2270840"/>
              <a:gd name="connsiteX35" fmla="*/ 3873004 w 12192000"/>
              <a:gd name="connsiteY35" fmla="*/ 2187116 h 2270840"/>
              <a:gd name="connsiteX36" fmla="*/ 3445628 w 12192000"/>
              <a:gd name="connsiteY36" fmla="*/ 2157691 h 2270840"/>
              <a:gd name="connsiteX37" fmla="*/ 3035446 w 12192000"/>
              <a:gd name="connsiteY37" fmla="*/ 2126863 h 2270840"/>
              <a:gd name="connsiteX38" fmla="*/ 2647370 w 12192000"/>
              <a:gd name="connsiteY38" fmla="*/ 2092884 h 2270840"/>
              <a:gd name="connsiteX39" fmla="*/ 2276487 w 12192000"/>
              <a:gd name="connsiteY39" fmla="*/ 2057502 h 2270840"/>
              <a:gd name="connsiteX40" fmla="*/ 1932621 w 12192000"/>
              <a:gd name="connsiteY40" fmla="*/ 2019319 h 2270840"/>
              <a:gd name="connsiteX41" fmla="*/ 1609634 w 12192000"/>
              <a:gd name="connsiteY41" fmla="*/ 1981836 h 2270840"/>
              <a:gd name="connsiteX42" fmla="*/ 1312435 w 12192000"/>
              <a:gd name="connsiteY42" fmla="*/ 1944353 h 2270840"/>
              <a:gd name="connsiteX43" fmla="*/ 1039799 w 12192000"/>
              <a:gd name="connsiteY43" fmla="*/ 1908972 h 2270840"/>
              <a:gd name="connsiteX44" fmla="*/ 797865 w 12192000"/>
              <a:gd name="connsiteY44" fmla="*/ 1875342 h 2270840"/>
              <a:gd name="connsiteX45" fmla="*/ 579265 w 12192000"/>
              <a:gd name="connsiteY45" fmla="*/ 1843464 h 2270840"/>
              <a:gd name="connsiteX46" fmla="*/ 395052 w 12192000"/>
              <a:gd name="connsiteY46" fmla="*/ 1816841 h 2270840"/>
              <a:gd name="connsiteX47" fmla="*/ 240312 w 12192000"/>
              <a:gd name="connsiteY47" fmla="*/ 1791618 h 2270840"/>
              <a:gd name="connsiteX48" fmla="*/ 27853 w 12192000"/>
              <a:gd name="connsiteY48" fmla="*/ 1755537 h 2270840"/>
              <a:gd name="connsiteX49" fmla="*/ 0 w 12192000"/>
              <a:gd name="connsiteY49" fmla="*/ 1750824 h 2270840"/>
              <a:gd name="connsiteX50" fmla="*/ 0 w 12192000"/>
              <a:gd name="connsiteY50" fmla="*/ 744794 h 2270840"/>
              <a:gd name="connsiteX51" fmla="*/ 0 w 12192000"/>
              <a:gd name="connsiteY51" fmla="*/ 519831 h 2270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000" h="2270840">
                <a:moveTo>
                  <a:pt x="0" y="0"/>
                </a:moveTo>
                <a:lnTo>
                  <a:pt x="12192000" y="0"/>
                </a:lnTo>
                <a:lnTo>
                  <a:pt x="12192000" y="519831"/>
                </a:lnTo>
                <a:lnTo>
                  <a:pt x="12192000" y="744794"/>
                </a:lnTo>
                <a:lnTo>
                  <a:pt x="12192000" y="1754022"/>
                </a:lnTo>
                <a:lnTo>
                  <a:pt x="11957522" y="1797924"/>
                </a:lnTo>
                <a:lnTo>
                  <a:pt x="11679973" y="1847668"/>
                </a:lnTo>
                <a:lnTo>
                  <a:pt x="11401197" y="1896361"/>
                </a:lnTo>
                <a:lnTo>
                  <a:pt x="11121192" y="1938047"/>
                </a:lnTo>
                <a:lnTo>
                  <a:pt x="10842416" y="1980084"/>
                </a:lnTo>
                <a:lnTo>
                  <a:pt x="10562411" y="2019319"/>
                </a:lnTo>
                <a:lnTo>
                  <a:pt x="10286091" y="2052948"/>
                </a:lnTo>
                <a:lnTo>
                  <a:pt x="10006086" y="2084826"/>
                </a:lnTo>
                <a:lnTo>
                  <a:pt x="9727310" y="2113902"/>
                </a:lnTo>
                <a:lnTo>
                  <a:pt x="9453445" y="2139124"/>
                </a:lnTo>
                <a:lnTo>
                  <a:pt x="9175897" y="2164346"/>
                </a:lnTo>
                <a:lnTo>
                  <a:pt x="8902033" y="2185365"/>
                </a:lnTo>
                <a:lnTo>
                  <a:pt x="8628169" y="2201829"/>
                </a:lnTo>
                <a:lnTo>
                  <a:pt x="8355533" y="2218995"/>
                </a:lnTo>
                <a:lnTo>
                  <a:pt x="8085353" y="2233357"/>
                </a:lnTo>
                <a:lnTo>
                  <a:pt x="7817629" y="2243516"/>
                </a:lnTo>
                <a:lnTo>
                  <a:pt x="7549905" y="2252274"/>
                </a:lnTo>
                <a:lnTo>
                  <a:pt x="7284638" y="2260681"/>
                </a:lnTo>
                <a:lnTo>
                  <a:pt x="7023055" y="2264535"/>
                </a:lnTo>
                <a:lnTo>
                  <a:pt x="6761472" y="2268738"/>
                </a:lnTo>
                <a:lnTo>
                  <a:pt x="6503573" y="2270840"/>
                </a:lnTo>
                <a:lnTo>
                  <a:pt x="6248130" y="2268738"/>
                </a:lnTo>
                <a:lnTo>
                  <a:pt x="5995144" y="2268738"/>
                </a:lnTo>
                <a:lnTo>
                  <a:pt x="5744613" y="2264535"/>
                </a:lnTo>
                <a:lnTo>
                  <a:pt x="5498995" y="2258229"/>
                </a:lnTo>
                <a:lnTo>
                  <a:pt x="5255834" y="2252274"/>
                </a:lnTo>
                <a:lnTo>
                  <a:pt x="5017584" y="2245618"/>
                </a:lnTo>
                <a:lnTo>
                  <a:pt x="4780562" y="2235459"/>
                </a:lnTo>
                <a:lnTo>
                  <a:pt x="4547227" y="2224599"/>
                </a:lnTo>
                <a:lnTo>
                  <a:pt x="4318800" y="2214791"/>
                </a:lnTo>
                <a:lnTo>
                  <a:pt x="3873004" y="2187116"/>
                </a:lnTo>
                <a:lnTo>
                  <a:pt x="3445628" y="2157691"/>
                </a:lnTo>
                <a:lnTo>
                  <a:pt x="3035446" y="2126863"/>
                </a:lnTo>
                <a:lnTo>
                  <a:pt x="2647370" y="2092884"/>
                </a:lnTo>
                <a:lnTo>
                  <a:pt x="2276487" y="2057502"/>
                </a:lnTo>
                <a:lnTo>
                  <a:pt x="1932621" y="2019319"/>
                </a:lnTo>
                <a:lnTo>
                  <a:pt x="1609634" y="1981836"/>
                </a:lnTo>
                <a:lnTo>
                  <a:pt x="1312435" y="1944353"/>
                </a:lnTo>
                <a:lnTo>
                  <a:pt x="1039799" y="1908972"/>
                </a:lnTo>
                <a:lnTo>
                  <a:pt x="797865" y="1875342"/>
                </a:lnTo>
                <a:lnTo>
                  <a:pt x="579265" y="1843464"/>
                </a:lnTo>
                <a:lnTo>
                  <a:pt x="395052" y="1816841"/>
                </a:lnTo>
                <a:lnTo>
                  <a:pt x="240312" y="1791618"/>
                </a:lnTo>
                <a:lnTo>
                  <a:pt x="27853" y="1755537"/>
                </a:lnTo>
                <a:lnTo>
                  <a:pt x="0" y="1750824"/>
                </a:lnTo>
                <a:lnTo>
                  <a:pt x="0" y="744794"/>
                </a:lnTo>
                <a:lnTo>
                  <a:pt x="0" y="519831"/>
                </a:lnTo>
                <a:close/>
              </a:path>
            </a:pathLst>
          </a:custGeom>
          <a:ln w="44450">
            <a:gradFill>
              <a:gsLst>
                <a:gs pos="0">
                  <a:schemeClr val="bg2">
                    <a:alpha val="65000"/>
                  </a:schemeClr>
                </a:gs>
                <a:gs pos="98000">
                  <a:schemeClr val="bg2">
                    <a:lumMod val="75000"/>
                    <a:alpha val="55000"/>
                  </a:schemeClr>
                </a:gs>
              </a:gsLst>
              <a:lin ang="5400000" scaled="1"/>
            </a:gradFill>
          </a:ln>
          <a:effectLst>
            <a:outerShdw blurRad="50800" dist="38100" dir="5400000" algn="t" rotWithShape="0">
              <a:prstClr val="black">
                <a:alpha val="50000"/>
              </a:prstClr>
            </a:outerShdw>
          </a:effectLst>
        </p:spPr>
        <p:style>
          <a:lnRef idx="2">
            <a:schemeClr val="accent1">
              <a:shade val="50000"/>
            </a:schemeClr>
          </a:lnRef>
          <a:fillRef idx="1003">
            <a:schemeClr val="dk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99C51C3D-9E9C-8BF6-4C05-2F44F6E9480B}"/>
              </a:ext>
            </a:extLst>
          </p:cNvPr>
          <p:cNvSpPr>
            <a:spLocks noGrp="1"/>
          </p:cNvSpPr>
          <p:nvPr>
            <p:ph type="title"/>
          </p:nvPr>
        </p:nvSpPr>
        <p:spPr>
          <a:xfrm>
            <a:off x="1141413" y="609600"/>
            <a:ext cx="9905998" cy="1065451"/>
          </a:xfrm>
        </p:spPr>
        <p:txBody>
          <a:bodyPr>
            <a:normAutofit/>
          </a:bodyPr>
          <a:lstStyle/>
          <a:p>
            <a:pPr algn="ctr"/>
            <a:r>
              <a:rPr lang="en-US" dirty="0">
                <a:solidFill>
                  <a:srgbClr val="BFBFBF"/>
                </a:solidFill>
              </a:rPr>
              <a:t>FUTURE IMPROVEMENTS</a:t>
            </a:r>
          </a:p>
        </p:txBody>
      </p:sp>
      <p:sp>
        <p:nvSpPr>
          <p:cNvPr id="3" name="Content Placeholder 2">
            <a:extLst>
              <a:ext uri="{FF2B5EF4-FFF2-40B4-BE49-F238E27FC236}">
                <a16:creationId xmlns:a16="http://schemas.microsoft.com/office/drawing/2014/main" id="{673A0C13-A973-1008-BEE3-5D1B61FF5A7B}"/>
              </a:ext>
            </a:extLst>
          </p:cNvPr>
          <p:cNvSpPr>
            <a:spLocks noGrp="1"/>
          </p:cNvSpPr>
          <p:nvPr>
            <p:ph idx="1"/>
          </p:nvPr>
        </p:nvSpPr>
        <p:spPr>
          <a:xfrm>
            <a:off x="1141413" y="2521975"/>
            <a:ext cx="9905998" cy="3269226"/>
          </a:xfrm>
        </p:spPr>
        <p:txBody>
          <a:bodyPr>
            <a:normAutofit/>
          </a:bodyPr>
          <a:lstStyle/>
          <a:p>
            <a:r>
              <a:rPr lang="en-US" dirty="0"/>
              <a:t>	Backend integration for the contact form</a:t>
            </a:r>
          </a:p>
          <a:p>
            <a:r>
              <a:rPr lang="en-US" dirty="0"/>
              <a:t>	Real social media integration</a:t>
            </a:r>
          </a:p>
          <a:p>
            <a:r>
              <a:rPr lang="en-US" dirty="0"/>
              <a:t>	Fixed dark mode button </a:t>
            </a:r>
          </a:p>
          <a:p>
            <a:r>
              <a:rPr lang="en-US" dirty="0"/>
              <a:t>	User authentication systems</a:t>
            </a:r>
          </a:p>
          <a:p>
            <a:r>
              <a:rPr lang="en-US" dirty="0"/>
              <a:t>	Service booking functionality</a:t>
            </a:r>
          </a:p>
          <a:p>
            <a:r>
              <a:rPr lang="en-US" dirty="0"/>
              <a:t>	Portfolio or project showcase section</a:t>
            </a:r>
          </a:p>
          <a:p>
            <a:r>
              <a:rPr lang="en-US" dirty="0"/>
              <a:t>	Performance </a:t>
            </a:r>
            <a:r>
              <a:rPr lang="en-US" dirty="0" err="1"/>
              <a:t>optimisation</a:t>
            </a:r>
            <a:endParaRPr lang="en-US" dirty="0"/>
          </a:p>
          <a:p>
            <a:endParaRPr lang="en-US" dirty="0"/>
          </a:p>
        </p:txBody>
      </p:sp>
    </p:spTree>
    <p:extLst>
      <p:ext uri="{BB962C8B-B14F-4D97-AF65-F5344CB8AC3E}">
        <p14:creationId xmlns:p14="http://schemas.microsoft.com/office/powerpoint/2010/main" val="347938728"/>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877DC87-5787-75E4-3595-A69E4E8FC1D8}"/>
              </a:ext>
            </a:extLst>
          </p:cNvPr>
          <p:cNvPicPr>
            <a:picLocks noGrp="1" noChangeAspect="1"/>
          </p:cNvPicPr>
          <p:nvPr>
            <p:ph idx="1"/>
          </p:nvPr>
        </p:nvPicPr>
        <p:blipFill>
          <a:blip r:embed="rId3">
            <a:alphaModFix amt="15000"/>
            <a:extLst>
              <a:ext uri="{28A0092B-C50C-407E-A947-70E740481C1C}">
                <a14:useLocalDpi xmlns:a14="http://schemas.microsoft.com/office/drawing/2010/main" val="0"/>
              </a:ext>
            </a:extLst>
          </a:blip>
          <a:srcRect r="11111"/>
          <a:stretch>
            <a:fillRect/>
          </a:stretch>
        </p:blipFill>
        <p:spPr>
          <a:xfrm>
            <a:off x="20" y="10"/>
            <a:ext cx="12191980" cy="6857990"/>
          </a:xfrm>
          <a:prstGeom prst="rect">
            <a:avLst/>
          </a:prstGeom>
        </p:spPr>
      </p:pic>
      <p:sp>
        <p:nvSpPr>
          <p:cNvPr id="6" name="TextBox 5">
            <a:extLst>
              <a:ext uri="{FF2B5EF4-FFF2-40B4-BE49-F238E27FC236}">
                <a16:creationId xmlns:a16="http://schemas.microsoft.com/office/drawing/2014/main" id="{D2179573-A635-BD4B-D0F6-C1D11B850735}"/>
              </a:ext>
            </a:extLst>
          </p:cNvPr>
          <p:cNvSpPr txBox="1"/>
          <p:nvPr/>
        </p:nvSpPr>
        <p:spPr>
          <a:xfrm>
            <a:off x="6882646" y="5320257"/>
            <a:ext cx="4954587" cy="1365355"/>
          </a:xfrm>
          <a:prstGeom prst="rect">
            <a:avLst/>
          </a:prstGeom>
        </p:spPr>
        <p:txBody>
          <a:bodyPr vert="horz" lIns="91440" tIns="45720" rIns="91440" bIns="45720" rtlCol="0" anchor="ctr">
            <a:normAutofit/>
          </a:bodyPr>
          <a:lstStyle/>
          <a:p>
            <a:pPr>
              <a:spcBef>
                <a:spcPct val="20000"/>
              </a:spcBef>
              <a:spcAft>
                <a:spcPts val="600"/>
              </a:spcAft>
              <a:buClr>
                <a:schemeClr val="tx1"/>
              </a:buClr>
              <a:buSzPct val="100000"/>
              <a:buFont typeface="Arial"/>
              <a:buChar char="•"/>
            </a:pPr>
            <a:r>
              <a:rPr lang="en-US" cap="small" dirty="0">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Arial Narrow" panose="020B0606020202030204" pitchFamily="34" charset="0"/>
              </a:rPr>
              <a:t>Contact: Jodinelemena@gmail.com</a:t>
            </a:r>
          </a:p>
        </p:txBody>
      </p:sp>
    </p:spTree>
    <p:extLst>
      <p:ext uri="{BB962C8B-B14F-4D97-AF65-F5344CB8AC3E}">
        <p14:creationId xmlns:p14="http://schemas.microsoft.com/office/powerpoint/2010/main" val="186535231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sh">
  <a:themeElements>
    <a:clrScheme name="Mesh">
      <a:dk1>
        <a:sysClr val="windowText" lastClr="000000"/>
      </a:dk1>
      <a:lt1>
        <a:sysClr val="window" lastClr="FFFFFF"/>
      </a:lt1>
      <a:dk2>
        <a:srgbClr val="363D46"/>
      </a:dk2>
      <a:lt2>
        <a:srgbClr val="EBEBEB"/>
      </a:lt2>
      <a:accent1>
        <a:srgbClr val="6F6F6F"/>
      </a:accent1>
      <a:accent2>
        <a:srgbClr val="BFBFA5"/>
      </a:accent2>
      <a:accent3>
        <a:srgbClr val="DCD084"/>
      </a:accent3>
      <a:accent4>
        <a:srgbClr val="E7BF5F"/>
      </a:accent4>
      <a:accent5>
        <a:srgbClr val="E9A039"/>
      </a:accent5>
      <a:accent6>
        <a:srgbClr val="CF7133"/>
      </a:accent6>
      <a:hlink>
        <a:srgbClr val="F28943"/>
      </a:hlink>
      <a:folHlink>
        <a:srgbClr val="F1B76C"/>
      </a:folHlink>
    </a:clrScheme>
    <a:fontScheme name="Mesh">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esh">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B8BE45C0-8141-4D58-8C71-A009BC26FBBB}"/>
    </a:ext>
  </a:extLst>
</a:theme>
</file>

<file path=docProps/app.xml><?xml version="1.0" encoding="utf-8"?>
<Properties xmlns="http://schemas.openxmlformats.org/officeDocument/2006/extended-properties" xmlns:vt="http://schemas.openxmlformats.org/officeDocument/2006/docPropsVTypes">
  <Template>Mesh</Template>
  <TotalTime>72</TotalTime>
  <Words>400</Words>
  <Application>Microsoft Office PowerPoint</Application>
  <PresentationFormat>Widescreen</PresentationFormat>
  <Paragraphs>57</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Arial</vt:lpstr>
      <vt:lpstr>Arial Narrow</vt:lpstr>
      <vt:lpstr>Century Gothic</vt:lpstr>
      <vt:lpstr>Mesh</vt:lpstr>
      <vt:lpstr>Pop-In-Solution web design</vt:lpstr>
      <vt:lpstr>Project Overview</vt:lpstr>
      <vt:lpstr>PowerPoint Presentation</vt:lpstr>
      <vt:lpstr>PowerPoint Presentation</vt:lpstr>
      <vt:lpstr>PowerPoint Presentation</vt:lpstr>
      <vt:lpstr>PowerPoint Presentation</vt:lpstr>
      <vt:lpstr>Website Structure</vt:lpstr>
      <vt:lpstr>FEATURES IMPLEMENTED</vt:lpstr>
      <vt:lpstr>TESTING PERFORMED</vt:lpstr>
      <vt:lpstr>CHALLENGES FACED</vt:lpstr>
      <vt:lpstr>FUTURE IMPROVEMENTS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Jodine Lemena</dc:creator>
  <cp:lastModifiedBy>Jodine Lemena</cp:lastModifiedBy>
  <cp:revision>1</cp:revision>
  <dcterms:created xsi:type="dcterms:W3CDTF">2026-05-29T01:25:28Z</dcterms:created>
  <dcterms:modified xsi:type="dcterms:W3CDTF">2026-05-29T02:37:30Z</dcterms:modified>
</cp:coreProperties>
</file>